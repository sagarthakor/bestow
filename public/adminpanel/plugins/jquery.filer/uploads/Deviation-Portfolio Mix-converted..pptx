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6.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3" r:id="rId4"/>
    <p:sldId id="258" r:id="rId5"/>
    <p:sldId id="259" r:id="rId6"/>
    <p:sldId id="260" r:id="rId7"/>
    <p:sldId id="284"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6" r:id="rId30"/>
    <p:sldId id="282" r:id="rId31"/>
  </p:sldIdLst>
  <p:sldSz cx="5854700" cy="3295650"/>
  <p:notesSz cx="5854700" cy="32956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29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3" d="100"/>
          <a:sy n="123" d="100"/>
        </p:scale>
        <p:origin x="90" y="11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9102" y="1021651"/>
            <a:ext cx="4976495" cy="69208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878205" y="1845564"/>
            <a:ext cx="4098290" cy="8239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6/21/2019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932176" y="411480"/>
            <a:ext cx="2920365" cy="911860"/>
          </a:xfrm>
          <a:custGeom>
            <a:avLst/>
            <a:gdLst/>
            <a:ahLst/>
            <a:cxnLst/>
            <a:rect l="l" t="t" r="r" b="b"/>
            <a:pathLst>
              <a:path w="2920365" h="911860">
                <a:moveTo>
                  <a:pt x="0" y="911402"/>
                </a:moveTo>
                <a:lnTo>
                  <a:pt x="2919983" y="911402"/>
                </a:lnTo>
                <a:lnTo>
                  <a:pt x="2919983" y="0"/>
                </a:lnTo>
                <a:lnTo>
                  <a:pt x="0" y="0"/>
                </a:lnTo>
                <a:lnTo>
                  <a:pt x="0" y="911402"/>
                </a:lnTo>
                <a:close/>
              </a:path>
            </a:pathLst>
          </a:custGeom>
          <a:solidFill>
            <a:srgbClr val="000000"/>
          </a:solidFill>
        </p:spPr>
        <p:txBody>
          <a:bodyPr wrap="square" lIns="0" tIns="0" rIns="0" bIns="0" rtlCol="0"/>
          <a:lstStyle/>
          <a:p>
            <a:endParaRPr/>
          </a:p>
        </p:txBody>
      </p:sp>
      <p:sp>
        <p:nvSpPr>
          <p:cNvPr id="17" name="bk object 17"/>
          <p:cNvSpPr/>
          <p:nvPr/>
        </p:nvSpPr>
        <p:spPr>
          <a:xfrm>
            <a:off x="2932176" y="2327148"/>
            <a:ext cx="2920365" cy="965200"/>
          </a:xfrm>
          <a:custGeom>
            <a:avLst/>
            <a:gdLst/>
            <a:ahLst/>
            <a:cxnLst/>
            <a:rect l="l" t="t" r="r" b="b"/>
            <a:pathLst>
              <a:path w="2920365" h="965200">
                <a:moveTo>
                  <a:pt x="0" y="0"/>
                </a:moveTo>
                <a:lnTo>
                  <a:pt x="2919983" y="0"/>
                </a:lnTo>
                <a:lnTo>
                  <a:pt x="2919983" y="964691"/>
                </a:lnTo>
                <a:lnTo>
                  <a:pt x="0" y="964691"/>
                </a:lnTo>
                <a:lnTo>
                  <a:pt x="0" y="0"/>
                </a:lnTo>
                <a:close/>
              </a:path>
            </a:pathLst>
          </a:custGeom>
          <a:solidFill>
            <a:srgbClr val="000000"/>
          </a:solidFill>
        </p:spPr>
        <p:txBody>
          <a:bodyPr wrap="square" lIns="0" tIns="0" rIns="0" bIns="0" rtlCol="0"/>
          <a:lstStyle/>
          <a:p>
            <a:endParaRPr/>
          </a:p>
        </p:txBody>
      </p:sp>
      <p:sp>
        <p:nvSpPr>
          <p:cNvPr id="18" name="bk object 18"/>
          <p:cNvSpPr/>
          <p:nvPr/>
        </p:nvSpPr>
        <p:spPr>
          <a:xfrm>
            <a:off x="0" y="1322832"/>
            <a:ext cx="2934970" cy="1016635"/>
          </a:xfrm>
          <a:custGeom>
            <a:avLst/>
            <a:gdLst/>
            <a:ahLst/>
            <a:cxnLst/>
            <a:rect l="l" t="t" r="r" b="b"/>
            <a:pathLst>
              <a:path w="2934970" h="1016635">
                <a:moveTo>
                  <a:pt x="2934589" y="0"/>
                </a:moveTo>
                <a:lnTo>
                  <a:pt x="0" y="0"/>
                </a:lnTo>
                <a:lnTo>
                  <a:pt x="0" y="1016509"/>
                </a:lnTo>
                <a:lnTo>
                  <a:pt x="2934589" y="1016509"/>
                </a:lnTo>
                <a:lnTo>
                  <a:pt x="2934589"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900" b="0"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6/21/2019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 b="0" i="0">
                <a:solidFill>
                  <a:schemeClr val="tx1"/>
                </a:solidFill>
                <a:latin typeface="Trebuchet MS"/>
                <a:cs typeface="Trebuchet MS"/>
              </a:defRPr>
            </a:lvl1pPr>
          </a:lstStyle>
          <a:p>
            <a:endParaRPr/>
          </a:p>
        </p:txBody>
      </p:sp>
      <p:sp>
        <p:nvSpPr>
          <p:cNvPr id="3" name="Holder 3"/>
          <p:cNvSpPr>
            <a:spLocks noGrp="1"/>
          </p:cNvSpPr>
          <p:nvPr>
            <p:ph sz="half" idx="2"/>
          </p:nvPr>
        </p:nvSpPr>
        <p:spPr>
          <a:xfrm>
            <a:off x="292735" y="757999"/>
            <a:ext cx="2546794" cy="217512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015170" y="757999"/>
            <a:ext cx="2546794" cy="217512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6/21/2019</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0" b="0"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6/21/2019</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6/21/2019</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41058" y="543522"/>
            <a:ext cx="5572582" cy="711200"/>
          </a:xfrm>
          <a:prstGeom prst="rect">
            <a:avLst/>
          </a:prstGeom>
        </p:spPr>
        <p:txBody>
          <a:bodyPr wrap="square" lIns="0" tIns="0" rIns="0" bIns="0">
            <a:spAutoFit/>
          </a:bodyPr>
          <a:lstStyle>
            <a:lvl1pPr>
              <a:defRPr sz="900" b="0"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292735" y="757999"/>
            <a:ext cx="5269230" cy="217512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990598" y="3064954"/>
            <a:ext cx="1873504" cy="16478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92735" y="3064954"/>
            <a:ext cx="1346581" cy="16478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6/21/2019</a:t>
            </a:fld>
            <a:endParaRPr lang="en-US"/>
          </a:p>
        </p:txBody>
      </p:sp>
      <p:sp>
        <p:nvSpPr>
          <p:cNvPr id="6" name="Holder 6"/>
          <p:cNvSpPr>
            <a:spLocks noGrp="1"/>
          </p:cNvSpPr>
          <p:nvPr>
            <p:ph type="sldNum" sz="quarter" idx="7"/>
          </p:nvPr>
        </p:nvSpPr>
        <p:spPr>
          <a:xfrm>
            <a:off x="4215384" y="3064954"/>
            <a:ext cx="1346581" cy="16478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5.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jpg"/><Relationship Id="rId2"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15.png"/><Relationship Id="rId11" Type="http://schemas.openxmlformats.org/officeDocument/2006/relationships/image" Target="../media/image20.jpeg"/><Relationship Id="rId5" Type="http://schemas.openxmlformats.org/officeDocument/2006/relationships/image" Target="../media/image14.png"/><Relationship Id="rId10" Type="http://schemas.openxmlformats.org/officeDocument/2006/relationships/image" Target="../media/image19.jpeg"/><Relationship Id="rId4" Type="http://schemas.openxmlformats.org/officeDocument/2006/relationships/image" Target="../media/image13.jpeg"/><Relationship Id="rId9" Type="http://schemas.openxmlformats.org/officeDocument/2006/relationships/image" Target="../media/image18.jpe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hyperlink" Target="http://www.snp-studio.com/" TargetMode="External"/><Relationship Id="rId2" Type="http://schemas.openxmlformats.org/officeDocument/2006/relationships/image" Target="../media/image39.jpg"/><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hyperlink" Target="http://www.focusdesignconsulting.com/" TargetMode="External"/><Relationship Id="rId2" Type="http://schemas.openxmlformats.org/officeDocument/2006/relationships/image" Target="../media/image44.jpg"/><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hyperlink" Target="http://www.fxmaster.in/" TargetMode="External"/><Relationship Id="rId2" Type="http://schemas.openxmlformats.org/officeDocument/2006/relationships/image" Target="../media/image48.jpg"/><Relationship Id="rId1" Type="http://schemas.openxmlformats.org/officeDocument/2006/relationships/slideLayout" Target="../slideLayouts/slideLayout5.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hyperlink" Target="http://www.creartisan.com/" TargetMode="External"/><Relationship Id="rId2" Type="http://schemas.openxmlformats.org/officeDocument/2006/relationships/image" Target="../media/image53.jpg"/><Relationship Id="rId1" Type="http://schemas.openxmlformats.org/officeDocument/2006/relationships/slideLayout" Target="../slideLayouts/slideLayout5.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3" Type="http://schemas.openxmlformats.org/officeDocument/2006/relationships/hyperlink" Target="http://www.ingodwetrust.tv/" TargetMode="External"/><Relationship Id="rId2" Type="http://schemas.openxmlformats.org/officeDocument/2006/relationships/image" Target="../media/image57.jpg"/><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g"/><Relationship Id="rId1" Type="http://schemas.openxmlformats.org/officeDocument/2006/relationships/slideLayout" Target="../slideLayouts/slideLayout5.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hyperlink" Target="http://www.samarenterprises.co.in/" TargetMode="External"/><Relationship Id="rId2" Type="http://schemas.openxmlformats.org/officeDocument/2006/relationships/image" Target="../media/image66.jpg"/><Relationship Id="rId1" Type="http://schemas.openxmlformats.org/officeDocument/2006/relationships/slideLayout" Target="../slideLayouts/slideLayout4.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hyperlink" Target="http://www.apidel.in/" TargetMode="External"/><Relationship Id="rId2" Type="http://schemas.openxmlformats.org/officeDocument/2006/relationships/image" Target="../media/image70.jpg"/><Relationship Id="rId1" Type="http://schemas.openxmlformats.org/officeDocument/2006/relationships/slideLayout" Target="../slideLayouts/slideLayout4.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67.png"/></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hyperlink" Target="http://www.technosales.in/" TargetMode="External"/><Relationship Id="rId2" Type="http://schemas.openxmlformats.org/officeDocument/2006/relationships/image" Target="../media/image73.jpg"/><Relationship Id="rId1" Type="http://schemas.openxmlformats.org/officeDocument/2006/relationships/slideLayout" Target="../slideLayouts/slideLayout5.xml"/><Relationship Id="rId6" Type="http://schemas.openxmlformats.org/officeDocument/2006/relationships/image" Target="../media/image72.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76.jpg"/><Relationship Id="rId1" Type="http://schemas.openxmlformats.org/officeDocument/2006/relationships/slideLayout" Target="../slideLayouts/slideLayout5.xml"/><Relationship Id="rId6" Type="http://schemas.openxmlformats.org/officeDocument/2006/relationships/image" Target="../media/image72.png"/><Relationship Id="rId5" Type="http://schemas.openxmlformats.org/officeDocument/2006/relationships/image" Target="../media/image77.png"/><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jpg"/><Relationship Id="rId1" Type="http://schemas.openxmlformats.org/officeDocument/2006/relationships/slideLayout" Target="../slideLayouts/slideLayout5.xml"/><Relationship Id="rId6" Type="http://schemas.openxmlformats.org/officeDocument/2006/relationships/hyperlink" Target="http://www.pratokitchens.com/" TargetMode="External"/><Relationship Id="rId5" Type="http://schemas.openxmlformats.org/officeDocument/2006/relationships/image" Target="../media/image56.png"/><Relationship Id="rId4" Type="http://schemas.openxmlformats.org/officeDocument/2006/relationships/image" Target="../media/image80.png"/></Relationships>
</file>

<file path=ppt/slides/_rels/slide26.xml.rels><?xml version="1.0" encoding="UTF-8" standalone="yes"?>
<Relationships xmlns="http://schemas.openxmlformats.org/package/2006/relationships"><Relationship Id="rId3" Type="http://schemas.openxmlformats.org/officeDocument/2006/relationships/hyperlink" Target="http://www.cakeolates.com/" TargetMode="External"/><Relationship Id="rId2" Type="http://schemas.openxmlformats.org/officeDocument/2006/relationships/image" Target="../media/image81.jpg"/><Relationship Id="rId1" Type="http://schemas.openxmlformats.org/officeDocument/2006/relationships/slideLayout" Target="../slideLayouts/slideLayout5.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27.xml.rels><?xml version="1.0" encoding="UTF-8" standalone="yes"?>
<Relationships xmlns="http://schemas.openxmlformats.org/package/2006/relationships"><Relationship Id="rId3" Type="http://schemas.openxmlformats.org/officeDocument/2006/relationships/hyperlink" Target="http://www.dxbia.com/" TargetMode="External"/><Relationship Id="rId2" Type="http://schemas.openxmlformats.org/officeDocument/2006/relationships/image" Target="../media/image85.jp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28.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hyperlink" Target="http://www.crudexperts.com/" TargetMode="External"/><Relationship Id="rId2" Type="http://schemas.openxmlformats.org/officeDocument/2006/relationships/image" Target="../media/image89.jpg"/><Relationship Id="rId1" Type="http://schemas.openxmlformats.org/officeDocument/2006/relationships/slideLayout" Target="../slideLayouts/slideLayout5.xml"/><Relationship Id="rId6" Type="http://schemas.openxmlformats.org/officeDocument/2006/relationships/image" Target="../media/image69.png"/><Relationship Id="rId5" Type="http://schemas.openxmlformats.org/officeDocument/2006/relationships/image" Target="../media/image92.png"/><Relationship Id="rId4" Type="http://schemas.openxmlformats.org/officeDocument/2006/relationships/image" Target="../media/image9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3.png"/><Relationship Id="rId7" Type="http://schemas.openxmlformats.org/officeDocument/2006/relationships/image" Target="../media/image94.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hyperlink" Target="mailto:bhargavshastri@Hotmail.com" TargetMode="External"/><Relationship Id="rId5" Type="http://schemas.openxmlformats.org/officeDocument/2006/relationships/hyperlink" Target="mailto:info@dwarkeshit.com" TargetMode="External"/><Relationship Id="rId4" Type="http://schemas.openxmlformats.org/officeDocument/2006/relationships/hyperlink" Target="https://www.linkedin.com/in/bhargavshastri/"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07909" y="0"/>
            <a:ext cx="544830" cy="560705"/>
          </a:xfrm>
          <a:custGeom>
            <a:avLst/>
            <a:gdLst/>
            <a:ahLst/>
            <a:cxnLst/>
            <a:rect l="l" t="t" r="r" b="b"/>
            <a:pathLst>
              <a:path w="544829" h="560705">
                <a:moveTo>
                  <a:pt x="544250" y="0"/>
                </a:moveTo>
                <a:lnTo>
                  <a:pt x="0" y="0"/>
                </a:lnTo>
                <a:lnTo>
                  <a:pt x="544250" y="560470"/>
                </a:lnTo>
                <a:lnTo>
                  <a:pt x="544250" y="0"/>
                </a:lnTo>
                <a:close/>
              </a:path>
            </a:pathLst>
          </a:custGeom>
          <a:solidFill>
            <a:srgbClr val="4EA19E">
              <a:alpha val="90998"/>
            </a:srgbClr>
          </a:solidFill>
        </p:spPr>
        <p:txBody>
          <a:bodyPr wrap="square" lIns="0" tIns="0" rIns="0" bIns="0" rtlCol="0"/>
          <a:lstStyle/>
          <a:p>
            <a:endParaRPr/>
          </a:p>
        </p:txBody>
      </p:sp>
      <p:sp>
        <p:nvSpPr>
          <p:cNvPr id="3" name="object 3"/>
          <p:cNvSpPr/>
          <p:nvPr/>
        </p:nvSpPr>
        <p:spPr>
          <a:xfrm>
            <a:off x="5132692" y="1712381"/>
            <a:ext cx="720090" cy="741045"/>
          </a:xfrm>
          <a:custGeom>
            <a:avLst/>
            <a:gdLst/>
            <a:ahLst/>
            <a:cxnLst/>
            <a:rect l="l" t="t" r="r" b="b"/>
            <a:pathLst>
              <a:path w="720089" h="741044">
                <a:moveTo>
                  <a:pt x="719467" y="0"/>
                </a:moveTo>
                <a:lnTo>
                  <a:pt x="0" y="740942"/>
                </a:lnTo>
                <a:lnTo>
                  <a:pt x="719467" y="740942"/>
                </a:lnTo>
                <a:lnTo>
                  <a:pt x="719467" y="0"/>
                </a:lnTo>
                <a:close/>
              </a:path>
            </a:pathLst>
          </a:custGeom>
          <a:solidFill>
            <a:srgbClr val="65B7B3">
              <a:alpha val="90998"/>
            </a:srgbClr>
          </a:solidFill>
        </p:spPr>
        <p:txBody>
          <a:bodyPr wrap="square" lIns="0" tIns="0" rIns="0" bIns="0" rtlCol="0"/>
          <a:lstStyle/>
          <a:p>
            <a:endParaRPr/>
          </a:p>
        </p:txBody>
      </p:sp>
      <p:sp>
        <p:nvSpPr>
          <p:cNvPr id="4" name="object 4"/>
          <p:cNvSpPr/>
          <p:nvPr/>
        </p:nvSpPr>
        <p:spPr>
          <a:xfrm>
            <a:off x="5132692" y="2424355"/>
            <a:ext cx="720090" cy="741045"/>
          </a:xfrm>
          <a:custGeom>
            <a:avLst/>
            <a:gdLst/>
            <a:ahLst/>
            <a:cxnLst/>
            <a:rect l="l" t="t" r="r" b="b"/>
            <a:pathLst>
              <a:path w="720089" h="741044">
                <a:moveTo>
                  <a:pt x="719467" y="0"/>
                </a:moveTo>
                <a:lnTo>
                  <a:pt x="0" y="0"/>
                </a:lnTo>
                <a:lnTo>
                  <a:pt x="719467" y="740909"/>
                </a:lnTo>
                <a:lnTo>
                  <a:pt x="719467" y="0"/>
                </a:lnTo>
                <a:close/>
              </a:path>
            </a:pathLst>
          </a:custGeom>
          <a:solidFill>
            <a:srgbClr val="7AD1C9">
              <a:alpha val="90998"/>
            </a:srgbClr>
          </a:solidFill>
        </p:spPr>
        <p:txBody>
          <a:bodyPr wrap="square" lIns="0" tIns="0" rIns="0" bIns="0" rtlCol="0"/>
          <a:lstStyle/>
          <a:p>
            <a:endParaRPr/>
          </a:p>
        </p:txBody>
      </p:sp>
      <p:sp>
        <p:nvSpPr>
          <p:cNvPr id="5" name="object 5"/>
          <p:cNvSpPr/>
          <p:nvPr/>
        </p:nvSpPr>
        <p:spPr>
          <a:xfrm>
            <a:off x="249151" y="0"/>
            <a:ext cx="2263775" cy="1165860"/>
          </a:xfrm>
          <a:custGeom>
            <a:avLst/>
            <a:gdLst/>
            <a:ahLst/>
            <a:cxnLst/>
            <a:rect l="l" t="t" r="r" b="b"/>
            <a:pathLst>
              <a:path w="2263775" h="1165860">
                <a:moveTo>
                  <a:pt x="2263279" y="0"/>
                </a:moveTo>
                <a:lnTo>
                  <a:pt x="0" y="0"/>
                </a:lnTo>
                <a:lnTo>
                  <a:pt x="1131630" y="1165339"/>
                </a:lnTo>
                <a:lnTo>
                  <a:pt x="2263279" y="0"/>
                </a:lnTo>
                <a:close/>
              </a:path>
            </a:pathLst>
          </a:custGeom>
          <a:solidFill>
            <a:srgbClr val="979C9C">
              <a:alpha val="90998"/>
            </a:srgbClr>
          </a:solidFill>
        </p:spPr>
        <p:txBody>
          <a:bodyPr wrap="square" lIns="0" tIns="0" rIns="0" bIns="0" rtlCol="0"/>
          <a:lstStyle/>
          <a:p>
            <a:endParaRPr/>
          </a:p>
        </p:txBody>
      </p:sp>
      <p:sp>
        <p:nvSpPr>
          <p:cNvPr id="6" name="object 6"/>
          <p:cNvSpPr/>
          <p:nvPr/>
        </p:nvSpPr>
        <p:spPr>
          <a:xfrm>
            <a:off x="1338618" y="0"/>
            <a:ext cx="2614295" cy="1151255"/>
          </a:xfrm>
          <a:custGeom>
            <a:avLst/>
            <a:gdLst/>
            <a:ahLst/>
            <a:cxnLst/>
            <a:rect l="l" t="t" r="r" b="b"/>
            <a:pathLst>
              <a:path w="2614295" h="1151255">
                <a:moveTo>
                  <a:pt x="1496134" y="0"/>
                </a:moveTo>
                <a:lnTo>
                  <a:pt x="1117551" y="0"/>
                </a:lnTo>
                <a:lnTo>
                  <a:pt x="0" y="1150988"/>
                </a:lnTo>
                <a:lnTo>
                  <a:pt x="2613685" y="1150988"/>
                </a:lnTo>
                <a:lnTo>
                  <a:pt x="1496134" y="0"/>
                </a:lnTo>
                <a:close/>
              </a:path>
            </a:pathLst>
          </a:custGeom>
          <a:solidFill>
            <a:srgbClr val="CEF2D2">
              <a:alpha val="90998"/>
            </a:srgbClr>
          </a:solidFill>
        </p:spPr>
        <p:txBody>
          <a:bodyPr wrap="square" lIns="0" tIns="0" rIns="0" bIns="0" rtlCol="0"/>
          <a:lstStyle/>
          <a:p>
            <a:endParaRPr/>
          </a:p>
        </p:txBody>
      </p:sp>
      <p:sp>
        <p:nvSpPr>
          <p:cNvPr id="7" name="object 7"/>
          <p:cNvSpPr/>
          <p:nvPr/>
        </p:nvSpPr>
        <p:spPr>
          <a:xfrm>
            <a:off x="2603322" y="2424355"/>
            <a:ext cx="2614295" cy="868044"/>
          </a:xfrm>
          <a:custGeom>
            <a:avLst/>
            <a:gdLst/>
            <a:ahLst/>
            <a:cxnLst/>
            <a:rect l="l" t="t" r="r" b="b"/>
            <a:pathLst>
              <a:path w="2614295" h="868045">
                <a:moveTo>
                  <a:pt x="2613685" y="0"/>
                </a:moveTo>
                <a:lnTo>
                  <a:pt x="0" y="0"/>
                </a:lnTo>
                <a:lnTo>
                  <a:pt x="842385" y="867484"/>
                </a:lnTo>
                <a:lnTo>
                  <a:pt x="1771299" y="867484"/>
                </a:lnTo>
                <a:lnTo>
                  <a:pt x="2613685" y="0"/>
                </a:lnTo>
                <a:close/>
              </a:path>
            </a:pathLst>
          </a:custGeom>
          <a:solidFill>
            <a:srgbClr val="DFF5D1">
              <a:alpha val="90998"/>
            </a:srgbClr>
          </a:solidFill>
        </p:spPr>
        <p:txBody>
          <a:bodyPr wrap="square" lIns="0" tIns="0" rIns="0" bIns="0" rtlCol="0"/>
          <a:lstStyle/>
          <a:p>
            <a:endParaRPr/>
          </a:p>
        </p:txBody>
      </p:sp>
      <p:sp>
        <p:nvSpPr>
          <p:cNvPr id="8" name="object 8"/>
          <p:cNvSpPr/>
          <p:nvPr/>
        </p:nvSpPr>
        <p:spPr>
          <a:xfrm>
            <a:off x="4318510" y="2409944"/>
            <a:ext cx="1534160" cy="882015"/>
          </a:xfrm>
          <a:custGeom>
            <a:avLst/>
            <a:gdLst/>
            <a:ahLst/>
            <a:cxnLst/>
            <a:rect l="l" t="t" r="r" b="b"/>
            <a:pathLst>
              <a:path w="1534160" h="882014">
                <a:moveTo>
                  <a:pt x="856371" y="0"/>
                </a:moveTo>
                <a:lnTo>
                  <a:pt x="0" y="881895"/>
                </a:lnTo>
                <a:lnTo>
                  <a:pt x="1533649" y="881895"/>
                </a:lnTo>
                <a:lnTo>
                  <a:pt x="1533649" y="697512"/>
                </a:lnTo>
                <a:lnTo>
                  <a:pt x="856371" y="0"/>
                </a:lnTo>
                <a:close/>
              </a:path>
            </a:pathLst>
          </a:custGeom>
          <a:solidFill>
            <a:srgbClr val="D7F8DB">
              <a:alpha val="90998"/>
            </a:srgbClr>
          </a:solidFill>
        </p:spPr>
        <p:txBody>
          <a:bodyPr wrap="square" lIns="0" tIns="0" rIns="0" bIns="0" rtlCol="0"/>
          <a:lstStyle/>
          <a:p>
            <a:endParaRPr/>
          </a:p>
        </p:txBody>
      </p:sp>
      <p:sp>
        <p:nvSpPr>
          <p:cNvPr id="9" name="object 9"/>
          <p:cNvSpPr/>
          <p:nvPr/>
        </p:nvSpPr>
        <p:spPr>
          <a:xfrm>
            <a:off x="0" y="0"/>
            <a:ext cx="1423035" cy="1151255"/>
          </a:xfrm>
          <a:custGeom>
            <a:avLst/>
            <a:gdLst/>
            <a:ahLst/>
            <a:cxnLst/>
            <a:rect l="l" t="t" r="r" b="b"/>
            <a:pathLst>
              <a:path w="1423035" h="1151255">
                <a:moveTo>
                  <a:pt x="305411" y="0"/>
                </a:moveTo>
                <a:lnTo>
                  <a:pt x="0" y="0"/>
                </a:lnTo>
                <a:lnTo>
                  <a:pt x="0" y="1150988"/>
                </a:lnTo>
                <a:lnTo>
                  <a:pt x="1422958" y="1150988"/>
                </a:lnTo>
                <a:lnTo>
                  <a:pt x="305411" y="0"/>
                </a:lnTo>
                <a:close/>
              </a:path>
            </a:pathLst>
          </a:custGeom>
          <a:solidFill>
            <a:srgbClr val="F6CBAA">
              <a:alpha val="90998"/>
            </a:srgbClr>
          </a:solidFill>
        </p:spPr>
        <p:txBody>
          <a:bodyPr wrap="square" lIns="0" tIns="0" rIns="0" bIns="0" rtlCol="0"/>
          <a:lstStyle/>
          <a:p>
            <a:endParaRPr/>
          </a:p>
        </p:txBody>
      </p:sp>
      <p:sp>
        <p:nvSpPr>
          <p:cNvPr id="10" name="object 10"/>
          <p:cNvSpPr/>
          <p:nvPr/>
        </p:nvSpPr>
        <p:spPr>
          <a:xfrm>
            <a:off x="0" y="1121956"/>
            <a:ext cx="1423035" cy="1346200"/>
          </a:xfrm>
          <a:custGeom>
            <a:avLst/>
            <a:gdLst/>
            <a:ahLst/>
            <a:cxnLst/>
            <a:rect l="l" t="t" r="r" b="b"/>
            <a:pathLst>
              <a:path w="1423035" h="1346200">
                <a:moveTo>
                  <a:pt x="1422958" y="0"/>
                </a:moveTo>
                <a:lnTo>
                  <a:pt x="0" y="0"/>
                </a:lnTo>
                <a:lnTo>
                  <a:pt x="0" y="1226201"/>
                </a:lnTo>
                <a:lnTo>
                  <a:pt x="116117" y="1345775"/>
                </a:lnTo>
                <a:lnTo>
                  <a:pt x="1422958" y="0"/>
                </a:lnTo>
                <a:close/>
              </a:path>
            </a:pathLst>
          </a:custGeom>
          <a:solidFill>
            <a:srgbClr val="A1A6A2">
              <a:alpha val="90998"/>
            </a:srgbClr>
          </a:solidFill>
        </p:spPr>
        <p:txBody>
          <a:bodyPr wrap="square" lIns="0" tIns="0" rIns="0" bIns="0" rtlCol="0"/>
          <a:lstStyle/>
          <a:p>
            <a:endParaRPr/>
          </a:p>
        </p:txBody>
      </p:sp>
      <p:sp>
        <p:nvSpPr>
          <p:cNvPr id="11" name="object 11"/>
          <p:cNvSpPr/>
          <p:nvPr/>
        </p:nvSpPr>
        <p:spPr>
          <a:xfrm>
            <a:off x="73944" y="1107478"/>
            <a:ext cx="2614295" cy="1346200"/>
          </a:xfrm>
          <a:custGeom>
            <a:avLst/>
            <a:gdLst/>
            <a:ahLst/>
            <a:cxnLst/>
            <a:rect l="l" t="t" r="r" b="b"/>
            <a:pathLst>
              <a:path w="2614295" h="1346200">
                <a:moveTo>
                  <a:pt x="1306837" y="0"/>
                </a:moveTo>
                <a:lnTo>
                  <a:pt x="0" y="1345845"/>
                </a:lnTo>
                <a:lnTo>
                  <a:pt x="2613693" y="1345845"/>
                </a:lnTo>
                <a:lnTo>
                  <a:pt x="1306837" y="0"/>
                </a:lnTo>
                <a:close/>
              </a:path>
            </a:pathLst>
          </a:custGeom>
          <a:solidFill>
            <a:srgbClr val="CBDCB9">
              <a:alpha val="90998"/>
            </a:srgbClr>
          </a:solidFill>
        </p:spPr>
        <p:txBody>
          <a:bodyPr wrap="square" lIns="0" tIns="0" rIns="0" bIns="0" rtlCol="0"/>
          <a:lstStyle/>
          <a:p>
            <a:endParaRPr/>
          </a:p>
        </p:txBody>
      </p:sp>
      <p:sp>
        <p:nvSpPr>
          <p:cNvPr id="12" name="object 12"/>
          <p:cNvSpPr/>
          <p:nvPr/>
        </p:nvSpPr>
        <p:spPr>
          <a:xfrm>
            <a:off x="73944" y="2424355"/>
            <a:ext cx="2614295" cy="868044"/>
          </a:xfrm>
          <a:custGeom>
            <a:avLst/>
            <a:gdLst/>
            <a:ahLst/>
            <a:cxnLst/>
            <a:rect l="l" t="t" r="r" b="b"/>
            <a:pathLst>
              <a:path w="2614295" h="868045">
                <a:moveTo>
                  <a:pt x="2613693" y="0"/>
                </a:moveTo>
                <a:lnTo>
                  <a:pt x="0" y="0"/>
                </a:lnTo>
                <a:lnTo>
                  <a:pt x="842382" y="867484"/>
                </a:lnTo>
                <a:lnTo>
                  <a:pt x="1771299" y="867484"/>
                </a:lnTo>
                <a:lnTo>
                  <a:pt x="2613693" y="0"/>
                </a:lnTo>
                <a:close/>
              </a:path>
            </a:pathLst>
          </a:custGeom>
          <a:solidFill>
            <a:srgbClr val="FCFBDA">
              <a:alpha val="90998"/>
            </a:srgbClr>
          </a:solidFill>
        </p:spPr>
        <p:txBody>
          <a:bodyPr wrap="square" lIns="0" tIns="0" rIns="0" bIns="0" rtlCol="0"/>
          <a:lstStyle/>
          <a:p>
            <a:endParaRPr/>
          </a:p>
        </p:txBody>
      </p:sp>
      <p:sp>
        <p:nvSpPr>
          <p:cNvPr id="13" name="object 13"/>
          <p:cNvSpPr/>
          <p:nvPr/>
        </p:nvSpPr>
        <p:spPr>
          <a:xfrm>
            <a:off x="0" y="0"/>
            <a:ext cx="5852159" cy="3291840"/>
          </a:xfrm>
          <a:prstGeom prst="rect">
            <a:avLst/>
          </a:prstGeom>
          <a:blipFill>
            <a:blip r:embed="rId2" cstate="print"/>
            <a:stretch>
              <a:fillRect/>
            </a:stretch>
          </a:blipFill>
        </p:spPr>
        <p:txBody>
          <a:bodyPr wrap="square" lIns="0" tIns="0" rIns="0" bIns="0" rtlCol="0"/>
          <a:lstStyle/>
          <a:p>
            <a:endParaRPr/>
          </a:p>
        </p:txBody>
      </p:sp>
      <p:sp>
        <p:nvSpPr>
          <p:cNvPr id="14" name="object 14"/>
          <p:cNvSpPr/>
          <p:nvPr/>
        </p:nvSpPr>
        <p:spPr>
          <a:xfrm>
            <a:off x="2043455" y="0"/>
            <a:ext cx="3808729" cy="3291840"/>
          </a:xfrm>
          <a:custGeom>
            <a:avLst/>
            <a:gdLst/>
            <a:ahLst/>
            <a:cxnLst/>
            <a:rect l="l" t="t" r="r" b="b"/>
            <a:pathLst>
              <a:path w="3808729" h="3291840">
                <a:moveTo>
                  <a:pt x="0" y="3291840"/>
                </a:moveTo>
                <a:lnTo>
                  <a:pt x="3808704" y="3291840"/>
                </a:lnTo>
                <a:lnTo>
                  <a:pt x="3808704" y="0"/>
                </a:lnTo>
                <a:lnTo>
                  <a:pt x="0" y="0"/>
                </a:lnTo>
                <a:lnTo>
                  <a:pt x="0" y="3291840"/>
                </a:lnTo>
                <a:close/>
              </a:path>
            </a:pathLst>
          </a:custGeom>
          <a:solidFill>
            <a:srgbClr val="FFFFFF"/>
          </a:solidFill>
        </p:spPr>
        <p:txBody>
          <a:bodyPr wrap="square" lIns="0" tIns="0" rIns="0" bIns="0" rtlCol="0"/>
          <a:lstStyle/>
          <a:p>
            <a:endParaRPr/>
          </a:p>
        </p:txBody>
      </p:sp>
      <p:sp>
        <p:nvSpPr>
          <p:cNvPr id="15" name="object 15"/>
          <p:cNvSpPr/>
          <p:nvPr/>
        </p:nvSpPr>
        <p:spPr>
          <a:xfrm>
            <a:off x="0" y="0"/>
            <a:ext cx="46355" cy="3291840"/>
          </a:xfrm>
          <a:custGeom>
            <a:avLst/>
            <a:gdLst/>
            <a:ahLst/>
            <a:cxnLst/>
            <a:rect l="l" t="t" r="r" b="b"/>
            <a:pathLst>
              <a:path w="46355" h="3291840">
                <a:moveTo>
                  <a:pt x="0" y="3291840"/>
                </a:moveTo>
                <a:lnTo>
                  <a:pt x="45971" y="3291840"/>
                </a:lnTo>
                <a:lnTo>
                  <a:pt x="45971" y="0"/>
                </a:lnTo>
                <a:lnTo>
                  <a:pt x="0" y="0"/>
                </a:lnTo>
                <a:lnTo>
                  <a:pt x="0" y="3291840"/>
                </a:lnTo>
                <a:close/>
              </a:path>
            </a:pathLst>
          </a:custGeom>
          <a:solidFill>
            <a:srgbClr val="FFFFFF"/>
          </a:solidFill>
        </p:spPr>
        <p:txBody>
          <a:bodyPr wrap="square" lIns="0" tIns="0" rIns="0" bIns="0" rtlCol="0"/>
          <a:lstStyle/>
          <a:p>
            <a:endParaRPr/>
          </a:p>
        </p:txBody>
      </p:sp>
      <p:sp>
        <p:nvSpPr>
          <p:cNvPr id="16" name="object 16"/>
          <p:cNvSpPr/>
          <p:nvPr/>
        </p:nvSpPr>
        <p:spPr>
          <a:xfrm>
            <a:off x="1187686" y="3145802"/>
            <a:ext cx="4664473" cy="144824"/>
          </a:xfrm>
          <a:prstGeom prst="rect">
            <a:avLst/>
          </a:prstGeom>
          <a:blipFill>
            <a:blip r:embed="rId3" cstate="print"/>
            <a:stretch>
              <a:fillRect/>
            </a:stretch>
          </a:blipFill>
        </p:spPr>
        <p:txBody>
          <a:bodyPr wrap="square" lIns="0" tIns="0" rIns="0" bIns="0" rtlCol="0"/>
          <a:lstStyle/>
          <a:p>
            <a:endParaRPr/>
          </a:p>
        </p:txBody>
      </p:sp>
      <p:sp>
        <p:nvSpPr>
          <p:cNvPr id="17" name="object 17"/>
          <p:cNvSpPr/>
          <p:nvPr/>
        </p:nvSpPr>
        <p:spPr>
          <a:xfrm>
            <a:off x="61923" y="0"/>
            <a:ext cx="3458845" cy="3291840"/>
          </a:xfrm>
          <a:custGeom>
            <a:avLst/>
            <a:gdLst/>
            <a:ahLst/>
            <a:cxnLst/>
            <a:rect l="l" t="t" r="r" b="b"/>
            <a:pathLst>
              <a:path w="3458845" h="3291840">
                <a:moveTo>
                  <a:pt x="2578423" y="0"/>
                </a:moveTo>
                <a:lnTo>
                  <a:pt x="1153760" y="0"/>
                </a:lnTo>
                <a:lnTo>
                  <a:pt x="0" y="2375136"/>
                </a:lnTo>
                <a:lnTo>
                  <a:pt x="1185992" y="3291840"/>
                </a:lnTo>
                <a:lnTo>
                  <a:pt x="1189141" y="3291840"/>
                </a:lnTo>
                <a:lnTo>
                  <a:pt x="413736" y="1699171"/>
                </a:lnTo>
                <a:lnTo>
                  <a:pt x="3458516" y="374904"/>
                </a:lnTo>
                <a:lnTo>
                  <a:pt x="2578423" y="0"/>
                </a:lnTo>
                <a:close/>
              </a:path>
            </a:pathLst>
          </a:custGeom>
          <a:solidFill>
            <a:srgbClr val="000000"/>
          </a:solidFill>
        </p:spPr>
        <p:txBody>
          <a:bodyPr wrap="square" lIns="0" tIns="0" rIns="0" bIns="0" rtlCol="0"/>
          <a:lstStyle/>
          <a:p>
            <a:endParaRPr/>
          </a:p>
        </p:txBody>
      </p:sp>
      <p:sp>
        <p:nvSpPr>
          <p:cNvPr id="18" name="object 18"/>
          <p:cNvSpPr/>
          <p:nvPr/>
        </p:nvSpPr>
        <p:spPr>
          <a:xfrm>
            <a:off x="45971" y="0"/>
            <a:ext cx="1997710" cy="3291840"/>
          </a:xfrm>
          <a:custGeom>
            <a:avLst/>
            <a:gdLst/>
            <a:ahLst/>
            <a:cxnLst/>
            <a:rect l="l" t="t" r="r" b="b"/>
            <a:pathLst>
              <a:path w="1997710" h="3291840">
                <a:moveTo>
                  <a:pt x="0" y="0"/>
                </a:moveTo>
                <a:lnTo>
                  <a:pt x="1997483" y="0"/>
                </a:lnTo>
                <a:lnTo>
                  <a:pt x="1997483" y="3291840"/>
                </a:lnTo>
                <a:lnTo>
                  <a:pt x="0" y="3291840"/>
                </a:lnTo>
                <a:lnTo>
                  <a:pt x="0" y="0"/>
                </a:lnTo>
                <a:close/>
              </a:path>
            </a:pathLst>
          </a:custGeom>
          <a:solidFill>
            <a:srgbClr val="151616">
              <a:alpha val="59199"/>
            </a:srgbClr>
          </a:solidFill>
        </p:spPr>
        <p:txBody>
          <a:bodyPr wrap="square" lIns="0" tIns="0" rIns="0" bIns="0" rtlCol="0"/>
          <a:lstStyle/>
          <a:p>
            <a:endParaRPr/>
          </a:p>
        </p:txBody>
      </p:sp>
      <p:sp>
        <p:nvSpPr>
          <p:cNvPr id="19" name="object 19"/>
          <p:cNvSpPr/>
          <p:nvPr/>
        </p:nvSpPr>
        <p:spPr>
          <a:xfrm>
            <a:off x="0" y="0"/>
            <a:ext cx="1957070" cy="3291840"/>
          </a:xfrm>
          <a:custGeom>
            <a:avLst/>
            <a:gdLst/>
            <a:ahLst/>
            <a:cxnLst/>
            <a:rect l="l" t="t" r="r" b="b"/>
            <a:pathLst>
              <a:path w="1957070" h="3291840">
                <a:moveTo>
                  <a:pt x="1458010" y="0"/>
                </a:moveTo>
                <a:lnTo>
                  <a:pt x="0" y="0"/>
                </a:lnTo>
                <a:lnTo>
                  <a:pt x="0" y="3288743"/>
                </a:lnTo>
                <a:lnTo>
                  <a:pt x="568613" y="3291840"/>
                </a:lnTo>
                <a:lnTo>
                  <a:pt x="1401520" y="3291840"/>
                </a:lnTo>
                <a:lnTo>
                  <a:pt x="99241" y="2303787"/>
                </a:lnTo>
                <a:lnTo>
                  <a:pt x="1955429" y="1536"/>
                </a:lnTo>
                <a:lnTo>
                  <a:pt x="1626527" y="1536"/>
                </a:lnTo>
                <a:lnTo>
                  <a:pt x="1458010" y="0"/>
                </a:lnTo>
                <a:close/>
              </a:path>
              <a:path w="1957070" h="3291840">
                <a:moveTo>
                  <a:pt x="1956668" y="0"/>
                </a:moveTo>
                <a:lnTo>
                  <a:pt x="1626527" y="0"/>
                </a:lnTo>
                <a:lnTo>
                  <a:pt x="1626527" y="1536"/>
                </a:lnTo>
                <a:lnTo>
                  <a:pt x="1955429" y="1536"/>
                </a:lnTo>
                <a:lnTo>
                  <a:pt x="1956668" y="0"/>
                </a:lnTo>
                <a:close/>
              </a:path>
            </a:pathLst>
          </a:custGeom>
          <a:solidFill>
            <a:srgbClr val="4D4D4D"/>
          </a:solidFill>
        </p:spPr>
        <p:txBody>
          <a:bodyPr wrap="square" lIns="0" tIns="0" rIns="0" bIns="0" rtlCol="0"/>
          <a:lstStyle/>
          <a:p>
            <a:endParaRPr/>
          </a:p>
        </p:txBody>
      </p:sp>
      <p:sp>
        <p:nvSpPr>
          <p:cNvPr id="20" name="object 20"/>
          <p:cNvSpPr/>
          <p:nvPr/>
        </p:nvSpPr>
        <p:spPr>
          <a:xfrm>
            <a:off x="2279586" y="19862"/>
            <a:ext cx="3542029" cy="1263650"/>
          </a:xfrm>
          <a:custGeom>
            <a:avLst/>
            <a:gdLst/>
            <a:ahLst/>
            <a:cxnLst/>
            <a:rect l="l" t="t" r="r" b="b"/>
            <a:pathLst>
              <a:path w="3542029" h="1263650">
                <a:moveTo>
                  <a:pt x="0" y="0"/>
                </a:moveTo>
                <a:lnTo>
                  <a:pt x="3541496" y="0"/>
                </a:lnTo>
                <a:lnTo>
                  <a:pt x="3541496" y="1263535"/>
                </a:lnTo>
                <a:lnTo>
                  <a:pt x="0" y="1263535"/>
                </a:lnTo>
                <a:lnTo>
                  <a:pt x="0" y="0"/>
                </a:lnTo>
                <a:close/>
              </a:path>
            </a:pathLst>
          </a:custGeom>
          <a:solidFill>
            <a:srgbClr val="151616">
              <a:alpha val="45098"/>
            </a:srgbClr>
          </a:solidFill>
        </p:spPr>
        <p:txBody>
          <a:bodyPr wrap="square" lIns="0" tIns="0" rIns="0" bIns="0" rtlCol="0"/>
          <a:lstStyle/>
          <a:p>
            <a:endParaRPr/>
          </a:p>
        </p:txBody>
      </p:sp>
      <p:sp>
        <p:nvSpPr>
          <p:cNvPr id="21" name="object 21"/>
          <p:cNvSpPr/>
          <p:nvPr/>
        </p:nvSpPr>
        <p:spPr>
          <a:xfrm>
            <a:off x="2341358" y="0"/>
            <a:ext cx="3510915" cy="1235710"/>
          </a:xfrm>
          <a:custGeom>
            <a:avLst/>
            <a:gdLst/>
            <a:ahLst/>
            <a:cxnLst/>
            <a:rect l="l" t="t" r="r" b="b"/>
            <a:pathLst>
              <a:path w="3510915" h="1235710">
                <a:moveTo>
                  <a:pt x="3510801" y="0"/>
                </a:moveTo>
                <a:lnTo>
                  <a:pt x="0" y="0"/>
                </a:lnTo>
                <a:lnTo>
                  <a:pt x="3510801" y="1235672"/>
                </a:lnTo>
                <a:lnTo>
                  <a:pt x="3510801" y="0"/>
                </a:lnTo>
                <a:close/>
              </a:path>
            </a:pathLst>
          </a:custGeom>
          <a:solidFill>
            <a:srgbClr val="4D4D4D"/>
          </a:solidFill>
        </p:spPr>
        <p:txBody>
          <a:bodyPr wrap="square" lIns="0" tIns="0" rIns="0" bIns="0" rtlCol="0"/>
          <a:lstStyle/>
          <a:p>
            <a:endParaRPr/>
          </a:p>
        </p:txBody>
      </p:sp>
      <p:sp>
        <p:nvSpPr>
          <p:cNvPr id="22" name="object 22"/>
          <p:cNvSpPr/>
          <p:nvPr/>
        </p:nvSpPr>
        <p:spPr>
          <a:xfrm>
            <a:off x="4384954" y="26378"/>
            <a:ext cx="313474" cy="313474"/>
          </a:xfrm>
          <a:prstGeom prst="rect">
            <a:avLst/>
          </a:prstGeom>
          <a:blipFill>
            <a:blip r:embed="rId4" cstate="print"/>
            <a:stretch>
              <a:fillRect/>
            </a:stretch>
          </a:blipFill>
        </p:spPr>
        <p:txBody>
          <a:bodyPr wrap="square" lIns="0" tIns="0" rIns="0" bIns="0" rtlCol="0"/>
          <a:lstStyle/>
          <a:p>
            <a:endParaRPr/>
          </a:p>
        </p:txBody>
      </p:sp>
      <p:sp>
        <p:nvSpPr>
          <p:cNvPr id="25" name="object 25"/>
          <p:cNvSpPr txBox="1"/>
          <p:nvPr/>
        </p:nvSpPr>
        <p:spPr>
          <a:xfrm>
            <a:off x="2458832" y="2696848"/>
            <a:ext cx="3275965" cy="166712"/>
          </a:xfrm>
          <a:prstGeom prst="rect">
            <a:avLst/>
          </a:prstGeom>
        </p:spPr>
        <p:txBody>
          <a:bodyPr vert="horz" wrap="square" lIns="0" tIns="12700" rIns="0" bIns="0" rtlCol="0">
            <a:spAutoFit/>
          </a:bodyPr>
          <a:lstStyle/>
          <a:p>
            <a:pPr marL="12700" algn="ctr">
              <a:lnSpc>
                <a:spcPct val="100000"/>
              </a:lnSpc>
              <a:spcBef>
                <a:spcPts val="100"/>
              </a:spcBef>
            </a:pPr>
            <a:r>
              <a:rPr lang="en-US" sz="1000" spc="10" dirty="0" smtClean="0">
                <a:solidFill>
                  <a:srgbClr val="1A293E"/>
                </a:solidFill>
                <a:latin typeface="Arial" panose="020B0604020202020204" pitchFamily="34" charset="0"/>
                <a:cs typeface="Arial" panose="020B0604020202020204" pitchFamily="34" charset="0"/>
              </a:rPr>
              <a:t>www.dwarkeshit.com | </a:t>
            </a:r>
            <a:r>
              <a:rPr sz="1000" spc="-145" dirty="0" smtClean="0">
                <a:solidFill>
                  <a:srgbClr val="1A293E"/>
                </a:solidFill>
                <a:latin typeface="Arial" panose="020B0604020202020204" pitchFamily="34" charset="0"/>
                <a:cs typeface="Arial" panose="020B0604020202020204" pitchFamily="34" charset="0"/>
              </a:rPr>
              <a:t> </a:t>
            </a:r>
            <a:r>
              <a:rPr lang="en-US" sz="1000" spc="-5" dirty="0" smtClean="0">
                <a:solidFill>
                  <a:srgbClr val="1A293E"/>
                </a:solidFill>
                <a:latin typeface="Arial" panose="020B0604020202020204" pitchFamily="34" charset="0"/>
                <a:cs typeface="Arial" panose="020B0604020202020204" pitchFamily="34" charset="0"/>
              </a:rPr>
              <a:t>info@dwarkeshit.com</a:t>
            </a:r>
            <a:endParaRPr sz="1000" dirty="0">
              <a:solidFill>
                <a:srgbClr val="1A293E"/>
              </a:solidFill>
              <a:latin typeface="Arial" panose="020B0604020202020204" pitchFamily="34" charset="0"/>
              <a:cs typeface="Arial" panose="020B0604020202020204" pitchFamily="34" charset="0"/>
            </a:endParaRPr>
          </a:p>
        </p:txBody>
      </p:sp>
      <p:sp>
        <p:nvSpPr>
          <p:cNvPr id="26" name="object 26"/>
          <p:cNvSpPr/>
          <p:nvPr/>
        </p:nvSpPr>
        <p:spPr>
          <a:xfrm>
            <a:off x="4432300" y="39493"/>
            <a:ext cx="212725" cy="306070"/>
          </a:xfrm>
          <a:custGeom>
            <a:avLst/>
            <a:gdLst/>
            <a:ahLst/>
            <a:cxnLst/>
            <a:rect l="l" t="t" r="r" b="b"/>
            <a:pathLst>
              <a:path w="212725" h="306070">
                <a:moveTo>
                  <a:pt x="0" y="305946"/>
                </a:moveTo>
                <a:lnTo>
                  <a:pt x="212237" y="305946"/>
                </a:lnTo>
                <a:lnTo>
                  <a:pt x="212237" y="0"/>
                </a:lnTo>
                <a:lnTo>
                  <a:pt x="0" y="0"/>
                </a:lnTo>
                <a:lnTo>
                  <a:pt x="0" y="305946"/>
                </a:lnTo>
                <a:close/>
              </a:path>
            </a:pathLst>
          </a:custGeom>
          <a:solidFill>
            <a:srgbClr val="4C4C4C"/>
          </a:solidFill>
        </p:spPr>
        <p:txBody>
          <a:bodyPr wrap="square" lIns="0" tIns="0" rIns="0" bIns="0" rtlCol="0"/>
          <a:lstStyle/>
          <a:p>
            <a:endParaRPr/>
          </a:p>
        </p:txBody>
      </p:sp>
      <p:pic>
        <p:nvPicPr>
          <p:cNvPr id="28" name="Pictur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633" y="47625"/>
            <a:ext cx="1179650" cy="283210"/>
          </a:xfrm>
          <a:prstGeom prst="rect">
            <a:avLst/>
          </a:prstGeom>
        </p:spPr>
      </p:pic>
      <p:sp>
        <p:nvSpPr>
          <p:cNvPr id="29" name="object 24"/>
          <p:cNvSpPr txBox="1"/>
          <p:nvPr/>
        </p:nvSpPr>
        <p:spPr>
          <a:xfrm>
            <a:off x="723981" y="1571625"/>
            <a:ext cx="5175169" cy="509755"/>
          </a:xfrm>
          <a:prstGeom prst="rect">
            <a:avLst/>
          </a:prstGeom>
        </p:spPr>
        <p:txBody>
          <a:bodyPr vert="horz" wrap="square" lIns="0" tIns="17145" rIns="0" bIns="0" rtlCol="0">
            <a:spAutoFit/>
          </a:bodyPr>
          <a:lstStyle/>
          <a:p>
            <a:pPr marL="12700">
              <a:lnSpc>
                <a:spcPct val="100000"/>
              </a:lnSpc>
              <a:spcBef>
                <a:spcPts val="135"/>
              </a:spcBef>
            </a:pPr>
            <a:r>
              <a:rPr lang="en-US" sz="3200" spc="50" dirty="0" err="1" smtClean="0">
                <a:solidFill>
                  <a:srgbClr val="1A293E"/>
                </a:solidFill>
                <a:latin typeface="Times New Roman"/>
                <a:cs typeface="Times New Roman"/>
              </a:rPr>
              <a:t>Dwarkesh</a:t>
            </a:r>
            <a:r>
              <a:rPr lang="en-US" sz="3200" spc="50" dirty="0" smtClean="0">
                <a:solidFill>
                  <a:srgbClr val="1A293E"/>
                </a:solidFill>
                <a:latin typeface="Times New Roman"/>
                <a:cs typeface="Times New Roman"/>
              </a:rPr>
              <a:t> Business Solution</a:t>
            </a:r>
            <a:endParaRPr sz="3200" dirty="0">
              <a:solidFill>
                <a:srgbClr val="1A293E"/>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59991" y="82296"/>
            <a:ext cx="4392295" cy="329565"/>
          </a:xfrm>
          <a:custGeom>
            <a:avLst/>
            <a:gdLst/>
            <a:ahLst/>
            <a:cxnLst/>
            <a:rect l="l" t="t" r="r" b="b"/>
            <a:pathLst>
              <a:path w="4392295" h="329565">
                <a:moveTo>
                  <a:pt x="0" y="0"/>
                </a:moveTo>
                <a:lnTo>
                  <a:pt x="4392168" y="0"/>
                </a:lnTo>
                <a:lnTo>
                  <a:pt x="4392168" y="329183"/>
                </a:lnTo>
                <a:lnTo>
                  <a:pt x="0" y="329183"/>
                </a:lnTo>
                <a:lnTo>
                  <a:pt x="0" y="0"/>
                </a:lnTo>
                <a:close/>
              </a:path>
            </a:pathLst>
          </a:custGeom>
          <a:solidFill>
            <a:srgbClr val="000000"/>
          </a:solidFill>
        </p:spPr>
        <p:txBody>
          <a:bodyPr wrap="square" lIns="0" tIns="0" rIns="0" bIns="0" rtlCol="0"/>
          <a:lstStyle/>
          <a:p>
            <a:endParaRPr/>
          </a:p>
        </p:txBody>
      </p:sp>
      <p:sp>
        <p:nvSpPr>
          <p:cNvPr id="3" name="object 3"/>
          <p:cNvSpPr/>
          <p:nvPr/>
        </p:nvSpPr>
        <p:spPr>
          <a:xfrm>
            <a:off x="2933" y="82296"/>
            <a:ext cx="442595" cy="329565"/>
          </a:xfrm>
          <a:custGeom>
            <a:avLst/>
            <a:gdLst/>
            <a:ahLst/>
            <a:cxnLst/>
            <a:rect l="l" t="t" r="r" b="b"/>
            <a:pathLst>
              <a:path w="442595" h="329565">
                <a:moveTo>
                  <a:pt x="0" y="0"/>
                </a:moveTo>
                <a:lnTo>
                  <a:pt x="442076" y="0"/>
                </a:lnTo>
                <a:lnTo>
                  <a:pt x="442076" y="329183"/>
                </a:lnTo>
                <a:lnTo>
                  <a:pt x="0" y="329183"/>
                </a:lnTo>
                <a:lnTo>
                  <a:pt x="0" y="0"/>
                </a:lnTo>
                <a:close/>
              </a:path>
            </a:pathLst>
          </a:custGeom>
          <a:solidFill>
            <a:srgbClr val="000000"/>
          </a:solidFill>
        </p:spPr>
        <p:txBody>
          <a:bodyPr wrap="square" lIns="0" tIns="0" rIns="0" bIns="0" rtlCol="0"/>
          <a:lstStyle/>
          <a:p>
            <a:endParaRPr/>
          </a:p>
        </p:txBody>
      </p:sp>
      <p:sp>
        <p:nvSpPr>
          <p:cNvPr id="4" name="object 4"/>
          <p:cNvSpPr txBox="1">
            <a:spLocks noGrp="1"/>
          </p:cNvSpPr>
          <p:nvPr>
            <p:ph type="title"/>
          </p:nvPr>
        </p:nvSpPr>
        <p:spPr>
          <a:xfrm>
            <a:off x="474524" y="104749"/>
            <a:ext cx="911860" cy="304165"/>
          </a:xfrm>
          <a:prstGeom prst="rect">
            <a:avLst/>
          </a:prstGeom>
        </p:spPr>
        <p:txBody>
          <a:bodyPr vert="horz" wrap="square" lIns="0" tIns="15875" rIns="0" bIns="0" rtlCol="0">
            <a:spAutoFit/>
          </a:bodyPr>
          <a:lstStyle/>
          <a:p>
            <a:pPr marL="12700">
              <a:lnSpc>
                <a:spcPct val="100000"/>
              </a:lnSpc>
              <a:spcBef>
                <a:spcPts val="125"/>
              </a:spcBef>
            </a:pPr>
            <a:r>
              <a:rPr sz="1800" b="1" spc="-185" dirty="0">
                <a:latin typeface="Georgia"/>
                <a:cs typeface="Georgia"/>
              </a:rPr>
              <a:t>About</a:t>
            </a:r>
            <a:r>
              <a:rPr sz="1800" b="1" spc="-110" dirty="0">
                <a:latin typeface="Georgia"/>
                <a:cs typeface="Georgia"/>
              </a:rPr>
              <a:t> </a:t>
            </a:r>
            <a:r>
              <a:rPr sz="1800" b="1" spc="-280" dirty="0">
                <a:latin typeface="Georgia"/>
                <a:cs typeface="Georgia"/>
              </a:rPr>
              <a:t>Us</a:t>
            </a:r>
            <a:endParaRPr sz="1800">
              <a:latin typeface="Georgia"/>
              <a:cs typeface="Georgia"/>
            </a:endParaRPr>
          </a:p>
        </p:txBody>
      </p:sp>
      <p:sp>
        <p:nvSpPr>
          <p:cNvPr id="7" name="object 7"/>
          <p:cNvSpPr/>
          <p:nvPr/>
        </p:nvSpPr>
        <p:spPr>
          <a:xfrm>
            <a:off x="262048" y="504825"/>
            <a:ext cx="74502" cy="74498"/>
          </a:xfrm>
          <a:prstGeom prst="rect">
            <a:avLst/>
          </a:prstGeom>
          <a:blipFill>
            <a:blip r:embed="rId2" cstate="print"/>
            <a:stretch>
              <a:fillRect/>
            </a:stretch>
          </a:blipFill>
        </p:spPr>
        <p:txBody>
          <a:bodyPr wrap="square" lIns="0" tIns="0" rIns="0" bIns="0" rtlCol="0"/>
          <a:lstStyle/>
          <a:p>
            <a:endParaRPr/>
          </a:p>
        </p:txBody>
      </p:sp>
      <p:sp>
        <p:nvSpPr>
          <p:cNvPr id="11" name="Subtitle 2"/>
          <p:cNvSpPr txBox="1">
            <a:spLocks/>
          </p:cNvSpPr>
          <p:nvPr/>
        </p:nvSpPr>
        <p:spPr>
          <a:xfrm>
            <a:off x="334852" y="420049"/>
            <a:ext cx="5411898" cy="2827976"/>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IN" sz="800" dirty="0"/>
              <a:t>In simple words, </a:t>
            </a:r>
            <a:r>
              <a:rPr lang="en-IN" sz="800" b="1" dirty="0" err="1"/>
              <a:t>Dwarkesh</a:t>
            </a:r>
            <a:r>
              <a:rPr lang="en-IN" sz="800" b="1" dirty="0"/>
              <a:t> business solution </a:t>
            </a:r>
            <a:r>
              <a:rPr lang="en-IN" sz="800" dirty="0"/>
              <a:t>is everything your business needs! </a:t>
            </a:r>
            <a:r>
              <a:rPr lang="en-IN" sz="800" dirty="0" err="1"/>
              <a:t>Dwarkesh</a:t>
            </a:r>
            <a:r>
              <a:rPr lang="en-IN" sz="800" dirty="0"/>
              <a:t> business solution was started with the aim of offering a complete IT services under one roof to boost digital growth and help in the aide of expansion of your business. We offer integrated IT solutions from right down to the beginning of the brand building till the complete digital orientation of the company. </a:t>
            </a:r>
            <a:br>
              <a:rPr lang="en-IN" sz="800" dirty="0"/>
            </a:br>
            <a:r>
              <a:rPr lang="en-IN" sz="800" dirty="0"/>
              <a:t/>
            </a:r>
            <a:br>
              <a:rPr lang="en-IN" sz="800" dirty="0"/>
            </a:br>
            <a:r>
              <a:rPr lang="en-IN" sz="800" dirty="0"/>
              <a:t>As a business partner with unlimited benefits, we got you covered from logo designing to website development to content writing and advanced services with SEO, App development and end-to-end IT solutions. We build solutions and offer top-notch services along with devoted diligence to each project regardless of whether you are small/medium sized business, a growing start-up, an ambitious entrepreneur or an entrenched brand.</a:t>
            </a:r>
          </a:p>
          <a:p>
            <a:r>
              <a:rPr lang="en-IN" sz="800" kern="0" dirty="0" smtClean="0">
                <a:solidFill>
                  <a:sysClr val="windowText" lastClr="000000"/>
                </a:solidFill>
              </a:rPr>
              <a:t/>
            </a:r>
            <a:br>
              <a:rPr lang="en-IN" sz="800" kern="0" dirty="0" smtClean="0">
                <a:solidFill>
                  <a:sysClr val="windowText" lastClr="000000"/>
                </a:solidFill>
              </a:rPr>
            </a:br>
            <a:r>
              <a:rPr lang="en-IN" sz="800" kern="0" dirty="0" smtClean="0">
                <a:solidFill>
                  <a:sysClr val="windowText" lastClr="000000"/>
                </a:solidFill>
              </a:rPr>
              <a:t>We are partners with businesses in the most important space of the market – the digital space. With thousands of websites, portals and digital content ﬂoating around, it really breaks a sweat to carve out space for your products and services. To do exactly this, we rely on one thing that is available in many but unique in every – a talented workforce.</a:t>
            </a:r>
          </a:p>
          <a:p>
            <a:r>
              <a:rPr lang="en-IN" sz="800" kern="0" dirty="0" smtClean="0">
                <a:solidFill>
                  <a:sysClr val="windowText" lastClr="000000"/>
                </a:solidFill>
              </a:rPr>
              <a:t> </a:t>
            </a:r>
          </a:p>
          <a:p>
            <a:r>
              <a:rPr lang="en-IN" sz="800" kern="0" dirty="0" smtClean="0">
                <a:solidFill>
                  <a:sysClr val="windowText" lastClr="000000"/>
                </a:solidFill>
              </a:rPr>
              <a:t>We like to refer to us as a creative IT company and vision to establish that involves feasible implementations of modern day diﬀerent on the internet. Diﬀerent is trendy, diﬀerent is attention –  this is the simple breakdown of what to focus when you decide to venture into the most lucrative,  easy to get on board and toughest to compete platform.</a:t>
            </a:r>
          </a:p>
          <a:p>
            <a:r>
              <a:rPr lang="en-IN" sz="800" kern="0" dirty="0" smtClean="0">
                <a:solidFill>
                  <a:sysClr val="windowText" lastClr="000000"/>
                </a:solidFill>
              </a:rPr>
              <a:t> </a:t>
            </a:r>
          </a:p>
          <a:p>
            <a:r>
              <a:rPr lang="en-IN" sz="800" kern="0" dirty="0" smtClean="0">
                <a:solidFill>
                  <a:sysClr val="windowText" lastClr="000000"/>
                </a:solidFill>
              </a:rPr>
              <a:t>With combine experience of years, we have catered to clients from small start-ups like </a:t>
            </a:r>
            <a:r>
              <a:rPr lang="en-IN" sz="800" kern="0" dirty="0" err="1" smtClean="0">
                <a:solidFill>
                  <a:sysClr val="windowText" lastClr="000000"/>
                </a:solidFill>
              </a:rPr>
              <a:t>Cakeolates</a:t>
            </a:r>
            <a:r>
              <a:rPr lang="en-IN" sz="800" kern="0" dirty="0" smtClean="0">
                <a:solidFill>
                  <a:sysClr val="windowText" lastClr="000000"/>
                </a:solidFill>
              </a:rPr>
              <a:t> to large scale industries like Larsen &amp; Toubro. Fairly new into the digital space as per time stamps, but new in digital is old gold. We have helped companies like </a:t>
            </a:r>
            <a:r>
              <a:rPr lang="en-IN" sz="800" kern="0" dirty="0" err="1" smtClean="0">
                <a:solidFill>
                  <a:sysClr val="windowText" lastClr="000000"/>
                </a:solidFill>
              </a:rPr>
              <a:t>Creartisan</a:t>
            </a:r>
            <a:r>
              <a:rPr lang="en-IN" sz="800" kern="0" dirty="0" smtClean="0">
                <a:solidFill>
                  <a:sysClr val="windowText" lastClr="000000"/>
                </a:solidFill>
              </a:rPr>
              <a:t> focussed on single medium centric like </a:t>
            </a:r>
            <a:r>
              <a:rPr lang="en-IN" sz="800" kern="0" dirty="0" err="1" smtClean="0">
                <a:solidFill>
                  <a:sysClr val="windowText" lastClr="000000"/>
                </a:solidFill>
              </a:rPr>
              <a:t>Instagram</a:t>
            </a:r>
            <a:r>
              <a:rPr lang="en-IN" sz="800" kern="0" dirty="0" smtClean="0">
                <a:solidFill>
                  <a:sysClr val="windowText" lastClr="000000"/>
                </a:solidFill>
              </a:rPr>
              <a:t> marketing/Facebook marketing to reach milestone in social media by branching them out to harness the true potential.</a:t>
            </a:r>
          </a:p>
          <a:p>
            <a:endParaRPr lang="en-IN" sz="800" kern="0" dirty="0">
              <a:solidFill>
                <a:sysClr val="windowText" lastClr="000000"/>
              </a:solidFill>
            </a:endParaRPr>
          </a:p>
        </p:txBody>
      </p:sp>
      <p:sp>
        <p:nvSpPr>
          <p:cNvPr id="13" name="object 7"/>
          <p:cNvSpPr/>
          <p:nvPr/>
        </p:nvSpPr>
        <p:spPr>
          <a:xfrm>
            <a:off x="260350" y="1721439"/>
            <a:ext cx="74502" cy="74498"/>
          </a:xfrm>
          <a:prstGeom prst="rect">
            <a:avLst/>
          </a:prstGeom>
          <a:blipFill>
            <a:blip r:embed="rId2" cstate="print"/>
            <a:stretch>
              <a:fillRect/>
            </a:stretch>
          </a:blipFill>
        </p:spPr>
        <p:txBody>
          <a:bodyPr wrap="square" lIns="0" tIns="0" rIns="0" bIns="0" rtlCol="0"/>
          <a:lstStyle/>
          <a:p>
            <a:endParaRPr/>
          </a:p>
        </p:txBody>
      </p:sp>
      <p:sp>
        <p:nvSpPr>
          <p:cNvPr id="14" name="object 7"/>
          <p:cNvSpPr/>
          <p:nvPr/>
        </p:nvSpPr>
        <p:spPr>
          <a:xfrm>
            <a:off x="260350" y="2182927"/>
            <a:ext cx="74502" cy="74498"/>
          </a:xfrm>
          <a:prstGeom prst="rect">
            <a:avLst/>
          </a:prstGeom>
          <a:blipFill>
            <a:blip r:embed="rId2" cstate="print"/>
            <a:stretch>
              <a:fillRect/>
            </a:stretch>
          </a:blipFill>
        </p:spPr>
        <p:txBody>
          <a:bodyPr wrap="square" lIns="0" tIns="0" rIns="0" bIns="0" rtlCol="0"/>
          <a:lstStyle/>
          <a:p>
            <a:endParaRPr/>
          </a:p>
        </p:txBody>
      </p:sp>
      <p:sp>
        <p:nvSpPr>
          <p:cNvPr id="16" name="object 7"/>
          <p:cNvSpPr/>
          <p:nvPr/>
        </p:nvSpPr>
        <p:spPr>
          <a:xfrm>
            <a:off x="260350" y="2714625"/>
            <a:ext cx="74502" cy="74498"/>
          </a:xfrm>
          <a:prstGeom prst="rect">
            <a:avLst/>
          </a:prstGeom>
          <a:blipFill>
            <a:blip r:embed="rId2" cstate="print"/>
            <a:stretch>
              <a:fillRect/>
            </a:stretch>
          </a:blipFill>
        </p:spPr>
        <p:txBody>
          <a:bodyPr wrap="square" lIns="0" tIns="0" rIns="0" bIns="0" rtlCol="0"/>
          <a:lstStyle/>
          <a:p>
            <a:endParaRPr/>
          </a:p>
        </p:txBody>
      </p:sp>
      <p:sp>
        <p:nvSpPr>
          <p:cNvPr id="17" name="object 7"/>
          <p:cNvSpPr/>
          <p:nvPr/>
        </p:nvSpPr>
        <p:spPr>
          <a:xfrm>
            <a:off x="260350" y="1111839"/>
            <a:ext cx="74502" cy="74498"/>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
          </p:nvPr>
        </p:nvSpPr>
        <p:spPr>
          <a:xfrm>
            <a:off x="565150" y="657225"/>
            <a:ext cx="5257800" cy="123111"/>
          </a:xfrm>
        </p:spPr>
        <p:txBody>
          <a:bodyPr/>
          <a:lstStyle/>
          <a:p>
            <a:endParaRPr lang="en-IN" sz="800" dirty="0"/>
          </a:p>
        </p:txBody>
      </p:sp>
      <p:sp>
        <p:nvSpPr>
          <p:cNvPr id="4" name="object 2"/>
          <p:cNvSpPr/>
          <p:nvPr/>
        </p:nvSpPr>
        <p:spPr>
          <a:xfrm>
            <a:off x="1459991" y="82296"/>
            <a:ext cx="4392295" cy="329565"/>
          </a:xfrm>
          <a:custGeom>
            <a:avLst/>
            <a:gdLst/>
            <a:ahLst/>
            <a:cxnLst/>
            <a:rect l="l" t="t" r="r" b="b"/>
            <a:pathLst>
              <a:path w="4392295" h="329565">
                <a:moveTo>
                  <a:pt x="0" y="0"/>
                </a:moveTo>
                <a:lnTo>
                  <a:pt x="4392168" y="0"/>
                </a:lnTo>
                <a:lnTo>
                  <a:pt x="4392168" y="329183"/>
                </a:lnTo>
                <a:lnTo>
                  <a:pt x="0" y="329183"/>
                </a:lnTo>
                <a:lnTo>
                  <a:pt x="0" y="0"/>
                </a:lnTo>
                <a:close/>
              </a:path>
            </a:pathLst>
          </a:custGeom>
          <a:solidFill>
            <a:srgbClr val="000000"/>
          </a:solidFill>
        </p:spPr>
        <p:txBody>
          <a:bodyPr wrap="square" lIns="0" tIns="0" rIns="0" bIns="0" rtlCol="0"/>
          <a:lstStyle/>
          <a:p>
            <a:endParaRPr/>
          </a:p>
        </p:txBody>
      </p:sp>
      <p:sp>
        <p:nvSpPr>
          <p:cNvPr id="5" name="object 3"/>
          <p:cNvSpPr/>
          <p:nvPr/>
        </p:nvSpPr>
        <p:spPr>
          <a:xfrm>
            <a:off x="2933" y="82296"/>
            <a:ext cx="442595" cy="329565"/>
          </a:xfrm>
          <a:custGeom>
            <a:avLst/>
            <a:gdLst/>
            <a:ahLst/>
            <a:cxnLst/>
            <a:rect l="l" t="t" r="r" b="b"/>
            <a:pathLst>
              <a:path w="442595" h="329565">
                <a:moveTo>
                  <a:pt x="0" y="0"/>
                </a:moveTo>
                <a:lnTo>
                  <a:pt x="442076" y="0"/>
                </a:lnTo>
                <a:lnTo>
                  <a:pt x="442076" y="329183"/>
                </a:lnTo>
                <a:lnTo>
                  <a:pt x="0" y="329183"/>
                </a:lnTo>
                <a:lnTo>
                  <a:pt x="0" y="0"/>
                </a:lnTo>
                <a:close/>
              </a:path>
            </a:pathLst>
          </a:custGeom>
          <a:solidFill>
            <a:srgbClr val="000000"/>
          </a:solidFill>
        </p:spPr>
        <p:txBody>
          <a:bodyPr wrap="square" lIns="0" tIns="0" rIns="0" bIns="0" rtlCol="0"/>
          <a:lstStyle/>
          <a:p>
            <a:endParaRPr/>
          </a:p>
        </p:txBody>
      </p:sp>
      <p:sp>
        <p:nvSpPr>
          <p:cNvPr id="6" name="object 4"/>
          <p:cNvSpPr txBox="1">
            <a:spLocks/>
          </p:cNvSpPr>
          <p:nvPr/>
        </p:nvSpPr>
        <p:spPr>
          <a:xfrm>
            <a:off x="474524" y="104749"/>
            <a:ext cx="911860" cy="304165"/>
          </a:xfrm>
          <a:prstGeom prst="rect">
            <a:avLst/>
          </a:prstGeom>
        </p:spPr>
        <p:txBody>
          <a:bodyPr vert="horz" wrap="square" lIns="0" tIns="15875" rIns="0" bIns="0" rtlCol="0">
            <a:spAutoFit/>
          </a:bodyPr>
          <a:lstStyle>
            <a:lvl1pPr>
              <a:defRPr sz="900" b="0" i="0">
                <a:solidFill>
                  <a:schemeClr val="tx1"/>
                </a:solidFill>
                <a:latin typeface="Trebuchet MS"/>
                <a:ea typeface="+mj-ea"/>
                <a:cs typeface="Trebuchet MS"/>
              </a:defRPr>
            </a:lvl1pPr>
          </a:lstStyle>
          <a:p>
            <a:pPr marL="12700">
              <a:spcBef>
                <a:spcPts val="125"/>
              </a:spcBef>
            </a:pPr>
            <a:r>
              <a:rPr lang="en-IN" sz="1800" b="1" kern="0" spc="-185" smtClean="0">
                <a:latin typeface="Georgia"/>
                <a:cs typeface="Georgia"/>
              </a:rPr>
              <a:t>About</a:t>
            </a:r>
            <a:r>
              <a:rPr lang="en-IN" sz="1800" b="1" kern="0" spc="-110" smtClean="0">
                <a:latin typeface="Georgia"/>
                <a:cs typeface="Georgia"/>
              </a:rPr>
              <a:t> </a:t>
            </a:r>
            <a:r>
              <a:rPr lang="en-IN" sz="1800" b="1" kern="0" spc="-280" smtClean="0">
                <a:latin typeface="Georgia"/>
                <a:cs typeface="Georgia"/>
              </a:rPr>
              <a:t>Us</a:t>
            </a:r>
            <a:endParaRPr lang="en-IN" sz="1800" kern="0">
              <a:latin typeface="Georgia"/>
              <a:cs typeface="Georgia"/>
            </a:endParaRPr>
          </a:p>
        </p:txBody>
      </p:sp>
      <p:sp>
        <p:nvSpPr>
          <p:cNvPr id="7" name="object 7"/>
          <p:cNvSpPr/>
          <p:nvPr/>
        </p:nvSpPr>
        <p:spPr>
          <a:xfrm>
            <a:off x="336550" y="657225"/>
            <a:ext cx="74502" cy="74498"/>
          </a:xfrm>
          <a:prstGeom prst="rect">
            <a:avLst/>
          </a:prstGeom>
          <a:blipFill>
            <a:blip r:embed="rId2" cstate="print"/>
            <a:stretch>
              <a:fillRect/>
            </a:stretch>
          </a:blipFill>
        </p:spPr>
        <p:txBody>
          <a:bodyPr wrap="square" lIns="0" tIns="0" rIns="0" bIns="0" rtlCol="0"/>
          <a:lstStyle/>
          <a:p>
            <a:endParaRPr/>
          </a:p>
        </p:txBody>
      </p:sp>
      <p:sp>
        <p:nvSpPr>
          <p:cNvPr id="8" name="object 7"/>
          <p:cNvSpPr/>
          <p:nvPr/>
        </p:nvSpPr>
        <p:spPr>
          <a:xfrm>
            <a:off x="336550" y="1420927"/>
            <a:ext cx="74502" cy="7449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033953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55422" y="440667"/>
            <a:ext cx="5347073" cy="2851172"/>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456524" y="103225"/>
            <a:ext cx="981075" cy="269240"/>
          </a:xfrm>
          <a:prstGeom prst="rect">
            <a:avLst/>
          </a:prstGeom>
        </p:spPr>
        <p:txBody>
          <a:bodyPr vert="horz" wrap="square" lIns="0" tIns="12700" rIns="0" bIns="0" rtlCol="0">
            <a:spAutoFit/>
          </a:bodyPr>
          <a:lstStyle/>
          <a:p>
            <a:pPr marL="12700">
              <a:lnSpc>
                <a:spcPct val="100000"/>
              </a:lnSpc>
              <a:spcBef>
                <a:spcPts val="100"/>
              </a:spcBef>
            </a:pPr>
            <a:r>
              <a:rPr sz="1600" b="1" spc="-200" dirty="0">
                <a:latin typeface="Georgia"/>
                <a:cs typeface="Georgia"/>
              </a:rPr>
              <a:t>Our</a:t>
            </a:r>
            <a:r>
              <a:rPr sz="1600" b="1" spc="-80" dirty="0">
                <a:latin typeface="Georgia"/>
                <a:cs typeface="Georgia"/>
              </a:rPr>
              <a:t> </a:t>
            </a:r>
            <a:r>
              <a:rPr sz="1600" b="1" spc="-180" dirty="0">
                <a:latin typeface="Georgia"/>
                <a:cs typeface="Georgia"/>
              </a:rPr>
              <a:t>Clients</a:t>
            </a:r>
            <a:endParaRPr sz="1600">
              <a:latin typeface="Georgia"/>
              <a:cs typeface="Georgia"/>
            </a:endParaRPr>
          </a:p>
        </p:txBody>
      </p:sp>
      <p:sp>
        <p:nvSpPr>
          <p:cNvPr id="4" name="object 4"/>
          <p:cNvSpPr/>
          <p:nvPr/>
        </p:nvSpPr>
        <p:spPr>
          <a:xfrm>
            <a:off x="1459991" y="82296"/>
            <a:ext cx="4392295" cy="329565"/>
          </a:xfrm>
          <a:custGeom>
            <a:avLst/>
            <a:gdLst/>
            <a:ahLst/>
            <a:cxnLst/>
            <a:rect l="l" t="t" r="r" b="b"/>
            <a:pathLst>
              <a:path w="4392295" h="329565">
                <a:moveTo>
                  <a:pt x="0" y="0"/>
                </a:moveTo>
                <a:lnTo>
                  <a:pt x="4392168" y="0"/>
                </a:lnTo>
                <a:lnTo>
                  <a:pt x="4392168" y="329183"/>
                </a:lnTo>
                <a:lnTo>
                  <a:pt x="0" y="329183"/>
                </a:lnTo>
                <a:lnTo>
                  <a:pt x="0" y="0"/>
                </a:lnTo>
                <a:close/>
              </a:path>
            </a:pathLst>
          </a:custGeom>
          <a:solidFill>
            <a:srgbClr val="000000"/>
          </a:solidFill>
        </p:spPr>
        <p:txBody>
          <a:bodyPr wrap="square" lIns="0" tIns="0" rIns="0" bIns="0" rtlCol="0"/>
          <a:lstStyle/>
          <a:p>
            <a:endParaRPr/>
          </a:p>
        </p:txBody>
      </p:sp>
      <p:sp>
        <p:nvSpPr>
          <p:cNvPr id="5" name="object 5"/>
          <p:cNvSpPr/>
          <p:nvPr/>
        </p:nvSpPr>
        <p:spPr>
          <a:xfrm>
            <a:off x="2933" y="82296"/>
            <a:ext cx="442595" cy="329565"/>
          </a:xfrm>
          <a:custGeom>
            <a:avLst/>
            <a:gdLst/>
            <a:ahLst/>
            <a:cxnLst/>
            <a:rect l="l" t="t" r="r" b="b"/>
            <a:pathLst>
              <a:path w="442595" h="329565">
                <a:moveTo>
                  <a:pt x="0" y="0"/>
                </a:moveTo>
                <a:lnTo>
                  <a:pt x="442076" y="0"/>
                </a:lnTo>
                <a:lnTo>
                  <a:pt x="442076" y="329183"/>
                </a:lnTo>
                <a:lnTo>
                  <a:pt x="0" y="329183"/>
                </a:lnTo>
                <a:lnTo>
                  <a:pt x="0" y="0"/>
                </a:lnTo>
                <a:close/>
              </a:path>
            </a:pathLst>
          </a:custGeom>
          <a:solidFill>
            <a:srgbClr val="000000"/>
          </a:solid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8008" y="0"/>
            <a:ext cx="5457905" cy="313734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08433" y="121728"/>
            <a:ext cx="4919528" cy="3016066"/>
          </a:xfrm>
          <a:prstGeom prst="rect">
            <a:avLst/>
          </a:prstGeom>
          <a:blipFill>
            <a:blip r:embed="rId2" cstate="print"/>
            <a:stretch>
              <a:fillRect/>
            </a:stretch>
          </a:blipFill>
        </p:spPr>
        <p:txBody>
          <a:bodyPr wrap="square" lIns="0" tIns="0" rIns="0" bIns="0" rtlCol="0"/>
          <a:lstStyle/>
          <a:p>
            <a:endParaRPr/>
          </a:p>
        </p:txBody>
      </p:sp>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41750" y="1190625"/>
            <a:ext cx="1683812" cy="679704"/>
          </a:xfrm>
          <a:prstGeom prst="rect">
            <a:avLst/>
          </a:prstGeom>
        </p:spPr>
      </p:pic>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45646" y="1887903"/>
            <a:ext cx="1282315" cy="10688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950" y="47625"/>
            <a:ext cx="1544507" cy="765975"/>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8150" y="41589"/>
            <a:ext cx="1676400" cy="775813"/>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41750" y="985879"/>
            <a:ext cx="1780623" cy="979192"/>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55750" y="2443942"/>
            <a:ext cx="1371600" cy="538726"/>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269" y="985879"/>
            <a:ext cx="1499481" cy="788330"/>
          </a:xfrm>
          <a:prstGeom prst="rect">
            <a:avLst/>
          </a:prstGeom>
        </p:spPr>
      </p:pic>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36750" y="960392"/>
            <a:ext cx="1600200" cy="1045882"/>
          </a:xfrm>
          <a:prstGeom prst="rect">
            <a:avLst/>
          </a:prstGeom>
        </p:spPr>
      </p:pic>
      <p:pic>
        <p:nvPicPr>
          <p:cNvPr id="9" name="Picture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155950" y="2409825"/>
            <a:ext cx="1143000" cy="543653"/>
          </a:xfrm>
          <a:prstGeom prst="rect">
            <a:avLst/>
          </a:prstGeom>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384551" y="106757"/>
            <a:ext cx="2494592" cy="722983"/>
          </a:xfrm>
          <a:prstGeom prst="rect">
            <a:avLst/>
          </a:prstGeom>
        </p:spPr>
      </p:pic>
      <p:pic>
        <p:nvPicPr>
          <p:cNvPr id="11" name="Picture 1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476868" y="2208278"/>
            <a:ext cx="1274794" cy="1010055"/>
          </a:xfrm>
          <a:prstGeom prst="rect">
            <a:avLst/>
          </a:prstGeom>
        </p:spPr>
      </p:pic>
      <p:pic>
        <p:nvPicPr>
          <p:cNvPr id="12" name="Picture 1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7950" y="2105025"/>
            <a:ext cx="1291704" cy="1072271"/>
          </a:xfrm>
          <a:prstGeom prst="rect">
            <a:avLst/>
          </a:prstGeom>
        </p:spPr>
      </p:pic>
    </p:spTree>
    <p:extLst>
      <p:ext uri="{BB962C8B-B14F-4D97-AF65-F5344CB8AC3E}">
        <p14:creationId xmlns:p14="http://schemas.microsoft.com/office/powerpoint/2010/main" val="359541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03276" y="538241"/>
            <a:ext cx="478155" cy="267335"/>
          </a:xfrm>
          <a:prstGeom prst="rect">
            <a:avLst/>
          </a:prstGeom>
        </p:spPr>
        <p:txBody>
          <a:bodyPr vert="horz" wrap="square" lIns="0" tIns="12700" rIns="0" bIns="0" rtlCol="0">
            <a:spAutoFit/>
          </a:bodyPr>
          <a:lstStyle/>
          <a:p>
            <a:pPr marL="12700" marR="5080" indent="115570">
              <a:lnSpc>
                <a:spcPct val="113399"/>
              </a:lnSpc>
              <a:spcBef>
                <a:spcPts val="100"/>
              </a:spcBef>
            </a:pPr>
            <a:r>
              <a:rPr sz="700" spc="40" dirty="0">
                <a:solidFill>
                  <a:srgbClr val="FFFFFF"/>
                </a:solidFill>
                <a:latin typeface="Verdana"/>
                <a:cs typeface="Verdana"/>
              </a:rPr>
              <a:t>WEB  </a:t>
            </a:r>
            <a:r>
              <a:rPr sz="700" spc="-15" dirty="0">
                <a:solidFill>
                  <a:srgbClr val="FFFFFF"/>
                </a:solidFill>
                <a:latin typeface="Verdana"/>
                <a:cs typeface="Verdana"/>
              </a:rPr>
              <a:t>S</a:t>
            </a:r>
            <a:r>
              <a:rPr sz="700" spc="-25" dirty="0">
                <a:solidFill>
                  <a:srgbClr val="FFFFFF"/>
                </a:solidFill>
                <a:latin typeface="Verdana"/>
                <a:cs typeface="Verdana"/>
              </a:rPr>
              <a:t>E</a:t>
            </a:r>
            <a:r>
              <a:rPr sz="700" spc="-60" dirty="0">
                <a:solidFill>
                  <a:srgbClr val="FFFFFF"/>
                </a:solidFill>
                <a:latin typeface="Verdana"/>
                <a:cs typeface="Verdana"/>
              </a:rPr>
              <a:t>R</a:t>
            </a:r>
            <a:r>
              <a:rPr sz="700" spc="110" dirty="0">
                <a:solidFill>
                  <a:srgbClr val="FFFFFF"/>
                </a:solidFill>
                <a:latin typeface="Verdana"/>
                <a:cs typeface="Verdana"/>
              </a:rPr>
              <a:t>V</a:t>
            </a:r>
            <a:r>
              <a:rPr sz="700" spc="-165" dirty="0">
                <a:solidFill>
                  <a:srgbClr val="FFFFFF"/>
                </a:solidFill>
                <a:latin typeface="Verdana"/>
                <a:cs typeface="Verdana"/>
              </a:rPr>
              <a:t>I</a:t>
            </a:r>
            <a:r>
              <a:rPr sz="700" spc="110" dirty="0">
                <a:solidFill>
                  <a:srgbClr val="FFFFFF"/>
                </a:solidFill>
                <a:latin typeface="Verdana"/>
                <a:cs typeface="Verdana"/>
              </a:rPr>
              <a:t>C</a:t>
            </a:r>
            <a:r>
              <a:rPr sz="700" spc="-10" dirty="0">
                <a:solidFill>
                  <a:srgbClr val="FFFFFF"/>
                </a:solidFill>
                <a:latin typeface="Verdana"/>
                <a:cs typeface="Verdana"/>
              </a:rPr>
              <a:t>ES</a:t>
            </a:r>
            <a:endParaRPr sz="700">
              <a:latin typeface="Verdana"/>
              <a:cs typeface="Verdana"/>
            </a:endParaRPr>
          </a:p>
        </p:txBody>
      </p:sp>
      <p:sp>
        <p:nvSpPr>
          <p:cNvPr id="3" name="object 3"/>
          <p:cNvSpPr/>
          <p:nvPr/>
        </p:nvSpPr>
        <p:spPr>
          <a:xfrm>
            <a:off x="3044367" y="856475"/>
            <a:ext cx="385566" cy="339864"/>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536181" y="64096"/>
            <a:ext cx="814069" cy="322580"/>
          </a:xfrm>
          <a:prstGeom prst="rect">
            <a:avLst/>
          </a:prstGeom>
        </p:spPr>
        <p:txBody>
          <a:bodyPr vert="horz" wrap="square" lIns="0" tIns="12065" rIns="0" bIns="0" rtlCol="0">
            <a:spAutoFit/>
          </a:bodyPr>
          <a:lstStyle/>
          <a:p>
            <a:pPr marL="12700">
              <a:lnSpc>
                <a:spcPct val="100000"/>
              </a:lnSpc>
              <a:spcBef>
                <a:spcPts val="95"/>
              </a:spcBef>
            </a:pPr>
            <a:r>
              <a:rPr sz="1950" b="1" spc="-250" dirty="0">
                <a:latin typeface="Georgia"/>
                <a:cs typeface="Georgia"/>
              </a:rPr>
              <a:t>Servi</a:t>
            </a:r>
            <a:r>
              <a:rPr sz="1950" b="1" spc="-265" dirty="0">
                <a:latin typeface="Georgia"/>
                <a:cs typeface="Georgia"/>
              </a:rPr>
              <a:t>c</a:t>
            </a:r>
            <a:r>
              <a:rPr sz="1950" b="1" spc="-325" dirty="0">
                <a:latin typeface="Georgia"/>
                <a:cs typeface="Georgia"/>
              </a:rPr>
              <a:t>es</a:t>
            </a:r>
            <a:endParaRPr sz="1950" dirty="0">
              <a:latin typeface="Georgia"/>
              <a:cs typeface="Georgia"/>
            </a:endParaRPr>
          </a:p>
        </p:txBody>
      </p:sp>
      <p:sp>
        <p:nvSpPr>
          <p:cNvPr id="5" name="object 5"/>
          <p:cNvSpPr txBox="1"/>
          <p:nvPr/>
        </p:nvSpPr>
        <p:spPr>
          <a:xfrm>
            <a:off x="69171" y="519256"/>
            <a:ext cx="453390" cy="274955"/>
          </a:xfrm>
          <a:prstGeom prst="rect">
            <a:avLst/>
          </a:prstGeom>
        </p:spPr>
        <p:txBody>
          <a:bodyPr vert="horz" wrap="square" lIns="0" tIns="12700" rIns="0" bIns="0" rtlCol="0">
            <a:spAutoFit/>
          </a:bodyPr>
          <a:lstStyle/>
          <a:p>
            <a:pPr marL="48895" marR="5080" indent="-36830">
              <a:lnSpc>
                <a:spcPct val="116799"/>
              </a:lnSpc>
              <a:spcBef>
                <a:spcPts val="100"/>
              </a:spcBef>
            </a:pPr>
            <a:r>
              <a:rPr sz="700" spc="65" dirty="0">
                <a:latin typeface="Verdana"/>
                <a:cs typeface="Verdana"/>
              </a:rPr>
              <a:t>G</a:t>
            </a:r>
            <a:r>
              <a:rPr sz="700" spc="-90" dirty="0">
                <a:latin typeface="Verdana"/>
                <a:cs typeface="Verdana"/>
              </a:rPr>
              <a:t>R</a:t>
            </a:r>
            <a:r>
              <a:rPr sz="700" spc="110" dirty="0">
                <a:latin typeface="Verdana"/>
                <a:cs typeface="Verdana"/>
              </a:rPr>
              <a:t>A</a:t>
            </a:r>
            <a:r>
              <a:rPr sz="700" spc="25" dirty="0">
                <a:latin typeface="Verdana"/>
                <a:cs typeface="Verdana"/>
              </a:rPr>
              <a:t>P</a:t>
            </a:r>
            <a:r>
              <a:rPr sz="700" spc="65" dirty="0">
                <a:latin typeface="Verdana"/>
                <a:cs typeface="Verdana"/>
              </a:rPr>
              <a:t>H</a:t>
            </a:r>
            <a:r>
              <a:rPr sz="700" spc="-165" dirty="0">
                <a:latin typeface="Verdana"/>
                <a:cs typeface="Verdana"/>
              </a:rPr>
              <a:t>I</a:t>
            </a:r>
            <a:r>
              <a:rPr sz="700" spc="55" dirty="0">
                <a:latin typeface="Verdana"/>
                <a:cs typeface="Verdana"/>
              </a:rPr>
              <a:t>C  </a:t>
            </a:r>
            <a:r>
              <a:rPr sz="700" spc="-10" dirty="0">
                <a:latin typeface="Verdana"/>
                <a:cs typeface="Verdana"/>
              </a:rPr>
              <a:t>DESIGN</a:t>
            </a:r>
            <a:endParaRPr sz="700">
              <a:latin typeface="Verdana"/>
              <a:cs typeface="Verdana"/>
            </a:endParaRPr>
          </a:p>
        </p:txBody>
      </p:sp>
      <p:sp>
        <p:nvSpPr>
          <p:cNvPr id="6" name="object 6"/>
          <p:cNvSpPr/>
          <p:nvPr/>
        </p:nvSpPr>
        <p:spPr>
          <a:xfrm>
            <a:off x="137739" y="822960"/>
            <a:ext cx="272106" cy="25593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52773" y="1086408"/>
            <a:ext cx="257175" cy="69215"/>
          </a:xfrm>
          <a:custGeom>
            <a:avLst/>
            <a:gdLst/>
            <a:ahLst/>
            <a:cxnLst/>
            <a:rect l="l" t="t" r="r" b="b"/>
            <a:pathLst>
              <a:path w="257175" h="69215">
                <a:moveTo>
                  <a:pt x="15032" y="1498"/>
                </a:moveTo>
                <a:lnTo>
                  <a:pt x="0" y="1498"/>
                </a:lnTo>
                <a:lnTo>
                  <a:pt x="0" y="67652"/>
                </a:lnTo>
                <a:lnTo>
                  <a:pt x="240534" y="67652"/>
                </a:lnTo>
                <a:lnTo>
                  <a:pt x="240534" y="69151"/>
                </a:lnTo>
                <a:lnTo>
                  <a:pt x="257072" y="69151"/>
                </a:lnTo>
                <a:lnTo>
                  <a:pt x="257072" y="52616"/>
                </a:lnTo>
                <a:lnTo>
                  <a:pt x="16541" y="52616"/>
                </a:lnTo>
                <a:lnTo>
                  <a:pt x="16541" y="24053"/>
                </a:lnTo>
                <a:lnTo>
                  <a:pt x="15032" y="24053"/>
                </a:lnTo>
                <a:lnTo>
                  <a:pt x="15032" y="1498"/>
                </a:lnTo>
                <a:close/>
              </a:path>
              <a:path w="257175" h="69215">
                <a:moveTo>
                  <a:pt x="257072" y="0"/>
                </a:moveTo>
                <a:lnTo>
                  <a:pt x="242039" y="0"/>
                </a:lnTo>
                <a:lnTo>
                  <a:pt x="242039" y="48107"/>
                </a:lnTo>
                <a:lnTo>
                  <a:pt x="240534" y="48107"/>
                </a:lnTo>
                <a:lnTo>
                  <a:pt x="240534" y="52616"/>
                </a:lnTo>
                <a:lnTo>
                  <a:pt x="257072" y="52616"/>
                </a:lnTo>
                <a:lnTo>
                  <a:pt x="257072" y="0"/>
                </a:lnTo>
                <a:close/>
              </a:path>
            </a:pathLst>
          </a:custGeom>
          <a:solidFill>
            <a:srgbClr val="000000"/>
          </a:solidFill>
        </p:spPr>
        <p:txBody>
          <a:bodyPr wrap="square" lIns="0" tIns="0" rIns="0" bIns="0" rtlCol="0"/>
          <a:lstStyle/>
          <a:p>
            <a:endParaRPr/>
          </a:p>
        </p:txBody>
      </p:sp>
      <p:sp>
        <p:nvSpPr>
          <p:cNvPr id="8" name="object 8"/>
          <p:cNvSpPr/>
          <p:nvPr/>
        </p:nvSpPr>
        <p:spPr>
          <a:xfrm>
            <a:off x="343698" y="1008240"/>
            <a:ext cx="99695" cy="92075"/>
          </a:xfrm>
          <a:custGeom>
            <a:avLst/>
            <a:gdLst/>
            <a:ahLst/>
            <a:cxnLst/>
            <a:rect l="l" t="t" r="r" b="b"/>
            <a:pathLst>
              <a:path w="99695" h="92075">
                <a:moveTo>
                  <a:pt x="34582" y="90296"/>
                </a:moveTo>
                <a:lnTo>
                  <a:pt x="33073" y="90296"/>
                </a:lnTo>
                <a:lnTo>
                  <a:pt x="33073" y="91693"/>
                </a:lnTo>
                <a:lnTo>
                  <a:pt x="34582" y="91693"/>
                </a:lnTo>
                <a:lnTo>
                  <a:pt x="34582" y="90296"/>
                </a:lnTo>
                <a:close/>
              </a:path>
              <a:path w="99695" h="92075">
                <a:moveTo>
                  <a:pt x="39089" y="85725"/>
                </a:moveTo>
                <a:lnTo>
                  <a:pt x="31568" y="85725"/>
                </a:lnTo>
                <a:lnTo>
                  <a:pt x="31568" y="90296"/>
                </a:lnTo>
                <a:lnTo>
                  <a:pt x="37588" y="90296"/>
                </a:lnTo>
                <a:lnTo>
                  <a:pt x="37588" y="87249"/>
                </a:lnTo>
                <a:lnTo>
                  <a:pt x="39089" y="87249"/>
                </a:lnTo>
                <a:lnTo>
                  <a:pt x="39089" y="85725"/>
                </a:lnTo>
                <a:close/>
              </a:path>
              <a:path w="99695" h="92075">
                <a:moveTo>
                  <a:pt x="42095" y="81280"/>
                </a:moveTo>
                <a:lnTo>
                  <a:pt x="30067" y="81280"/>
                </a:lnTo>
                <a:lnTo>
                  <a:pt x="30067" y="85725"/>
                </a:lnTo>
                <a:lnTo>
                  <a:pt x="40590" y="85725"/>
                </a:lnTo>
                <a:lnTo>
                  <a:pt x="40590" y="82804"/>
                </a:lnTo>
                <a:lnTo>
                  <a:pt x="42095" y="82804"/>
                </a:lnTo>
                <a:lnTo>
                  <a:pt x="42095" y="81280"/>
                </a:lnTo>
                <a:close/>
              </a:path>
              <a:path w="99695" h="92075">
                <a:moveTo>
                  <a:pt x="81180" y="82804"/>
                </a:moveTo>
                <a:lnTo>
                  <a:pt x="76673" y="82804"/>
                </a:lnTo>
                <a:lnTo>
                  <a:pt x="76673" y="84200"/>
                </a:lnTo>
                <a:lnTo>
                  <a:pt x="81180" y="84200"/>
                </a:lnTo>
                <a:lnTo>
                  <a:pt x="81180" y="82804"/>
                </a:lnTo>
                <a:close/>
              </a:path>
              <a:path w="99695" h="92075">
                <a:moveTo>
                  <a:pt x="82688" y="79756"/>
                </a:moveTo>
                <a:lnTo>
                  <a:pt x="72162" y="79756"/>
                </a:lnTo>
                <a:lnTo>
                  <a:pt x="72162" y="81280"/>
                </a:lnTo>
                <a:lnTo>
                  <a:pt x="73667" y="81280"/>
                </a:lnTo>
                <a:lnTo>
                  <a:pt x="73667" y="82804"/>
                </a:lnTo>
                <a:lnTo>
                  <a:pt x="82688" y="82804"/>
                </a:lnTo>
                <a:lnTo>
                  <a:pt x="82688" y="79756"/>
                </a:lnTo>
                <a:close/>
              </a:path>
              <a:path w="99695" h="92075">
                <a:moveTo>
                  <a:pt x="45101" y="76707"/>
                </a:moveTo>
                <a:lnTo>
                  <a:pt x="28559" y="76707"/>
                </a:lnTo>
                <a:lnTo>
                  <a:pt x="28559" y="81280"/>
                </a:lnTo>
                <a:lnTo>
                  <a:pt x="43600" y="81280"/>
                </a:lnTo>
                <a:lnTo>
                  <a:pt x="43600" y="78231"/>
                </a:lnTo>
                <a:lnTo>
                  <a:pt x="45101" y="78231"/>
                </a:lnTo>
                <a:lnTo>
                  <a:pt x="45101" y="76707"/>
                </a:lnTo>
                <a:close/>
              </a:path>
              <a:path w="99695" h="92075">
                <a:moveTo>
                  <a:pt x="84185" y="76707"/>
                </a:moveTo>
                <a:lnTo>
                  <a:pt x="67655" y="76707"/>
                </a:lnTo>
                <a:lnTo>
                  <a:pt x="67655" y="78231"/>
                </a:lnTo>
                <a:lnTo>
                  <a:pt x="69156" y="78231"/>
                </a:lnTo>
                <a:lnTo>
                  <a:pt x="69156" y="79756"/>
                </a:lnTo>
                <a:lnTo>
                  <a:pt x="84185" y="79756"/>
                </a:lnTo>
                <a:lnTo>
                  <a:pt x="84185" y="76707"/>
                </a:lnTo>
                <a:close/>
              </a:path>
              <a:path w="99695" h="92075">
                <a:moveTo>
                  <a:pt x="34582" y="69214"/>
                </a:moveTo>
                <a:lnTo>
                  <a:pt x="25560" y="69214"/>
                </a:lnTo>
                <a:lnTo>
                  <a:pt x="25560" y="72262"/>
                </a:lnTo>
                <a:lnTo>
                  <a:pt x="27061" y="72262"/>
                </a:lnTo>
                <a:lnTo>
                  <a:pt x="27061" y="76707"/>
                </a:lnTo>
                <a:lnTo>
                  <a:pt x="46606" y="76707"/>
                </a:lnTo>
                <a:lnTo>
                  <a:pt x="46606" y="75183"/>
                </a:lnTo>
                <a:lnTo>
                  <a:pt x="36079" y="75183"/>
                </a:lnTo>
                <a:lnTo>
                  <a:pt x="36079" y="73787"/>
                </a:lnTo>
                <a:lnTo>
                  <a:pt x="34582" y="73787"/>
                </a:lnTo>
                <a:lnTo>
                  <a:pt x="34582" y="69214"/>
                </a:lnTo>
                <a:close/>
              </a:path>
              <a:path w="99695" h="92075">
                <a:moveTo>
                  <a:pt x="85694" y="75183"/>
                </a:moveTo>
                <a:lnTo>
                  <a:pt x="64645" y="75183"/>
                </a:lnTo>
                <a:lnTo>
                  <a:pt x="64645" y="76707"/>
                </a:lnTo>
                <a:lnTo>
                  <a:pt x="85694" y="76707"/>
                </a:lnTo>
                <a:lnTo>
                  <a:pt x="85694" y="75183"/>
                </a:lnTo>
                <a:close/>
              </a:path>
              <a:path w="99695" h="92075">
                <a:moveTo>
                  <a:pt x="48107" y="72262"/>
                </a:moveTo>
                <a:lnTo>
                  <a:pt x="37588" y="72262"/>
                </a:lnTo>
                <a:lnTo>
                  <a:pt x="37588" y="75183"/>
                </a:lnTo>
                <a:lnTo>
                  <a:pt x="46606" y="75183"/>
                </a:lnTo>
                <a:lnTo>
                  <a:pt x="46606" y="73787"/>
                </a:lnTo>
                <a:lnTo>
                  <a:pt x="48107" y="73787"/>
                </a:lnTo>
                <a:lnTo>
                  <a:pt x="48107" y="72262"/>
                </a:lnTo>
                <a:close/>
              </a:path>
              <a:path w="99695" h="92075">
                <a:moveTo>
                  <a:pt x="87191" y="73787"/>
                </a:moveTo>
                <a:lnTo>
                  <a:pt x="63140" y="73787"/>
                </a:lnTo>
                <a:lnTo>
                  <a:pt x="63140" y="75183"/>
                </a:lnTo>
                <a:lnTo>
                  <a:pt x="87191" y="75183"/>
                </a:lnTo>
                <a:lnTo>
                  <a:pt x="87191" y="73787"/>
                </a:lnTo>
                <a:close/>
              </a:path>
              <a:path w="99695" h="92075">
                <a:moveTo>
                  <a:pt x="88700" y="72262"/>
                </a:moveTo>
                <a:lnTo>
                  <a:pt x="60134" y="72262"/>
                </a:lnTo>
                <a:lnTo>
                  <a:pt x="60134" y="73787"/>
                </a:lnTo>
                <a:lnTo>
                  <a:pt x="88700" y="73787"/>
                </a:lnTo>
                <a:lnTo>
                  <a:pt x="88700" y="72262"/>
                </a:lnTo>
                <a:close/>
              </a:path>
              <a:path w="99695" h="92075">
                <a:moveTo>
                  <a:pt x="51113" y="67691"/>
                </a:moveTo>
                <a:lnTo>
                  <a:pt x="40590" y="67691"/>
                </a:lnTo>
                <a:lnTo>
                  <a:pt x="40590" y="70738"/>
                </a:lnTo>
                <a:lnTo>
                  <a:pt x="39089" y="70738"/>
                </a:lnTo>
                <a:lnTo>
                  <a:pt x="39089" y="72262"/>
                </a:lnTo>
                <a:lnTo>
                  <a:pt x="49608" y="72262"/>
                </a:lnTo>
                <a:lnTo>
                  <a:pt x="49608" y="69214"/>
                </a:lnTo>
                <a:lnTo>
                  <a:pt x="51113" y="69214"/>
                </a:lnTo>
                <a:lnTo>
                  <a:pt x="51113" y="67691"/>
                </a:lnTo>
                <a:close/>
              </a:path>
              <a:path w="99695" h="92075">
                <a:moveTo>
                  <a:pt x="90201" y="70738"/>
                </a:moveTo>
                <a:lnTo>
                  <a:pt x="58625" y="70738"/>
                </a:lnTo>
                <a:lnTo>
                  <a:pt x="58625" y="72262"/>
                </a:lnTo>
                <a:lnTo>
                  <a:pt x="90201" y="72262"/>
                </a:lnTo>
                <a:lnTo>
                  <a:pt x="90201" y="70738"/>
                </a:lnTo>
                <a:close/>
              </a:path>
              <a:path w="99695" h="92075">
                <a:moveTo>
                  <a:pt x="93207" y="69214"/>
                </a:moveTo>
                <a:lnTo>
                  <a:pt x="55627" y="69214"/>
                </a:lnTo>
                <a:lnTo>
                  <a:pt x="55627" y="70738"/>
                </a:lnTo>
                <a:lnTo>
                  <a:pt x="93207" y="70738"/>
                </a:lnTo>
                <a:lnTo>
                  <a:pt x="93207" y="69214"/>
                </a:lnTo>
                <a:close/>
              </a:path>
              <a:path w="99695" h="92075">
                <a:moveTo>
                  <a:pt x="33073" y="64643"/>
                </a:moveTo>
                <a:lnTo>
                  <a:pt x="24055" y="64643"/>
                </a:lnTo>
                <a:lnTo>
                  <a:pt x="24055" y="69214"/>
                </a:lnTo>
                <a:lnTo>
                  <a:pt x="33073" y="69214"/>
                </a:lnTo>
                <a:lnTo>
                  <a:pt x="33073" y="64643"/>
                </a:lnTo>
                <a:close/>
              </a:path>
              <a:path w="99695" h="92075">
                <a:moveTo>
                  <a:pt x="67655" y="67691"/>
                </a:moveTo>
                <a:lnTo>
                  <a:pt x="54119" y="67691"/>
                </a:lnTo>
                <a:lnTo>
                  <a:pt x="54119" y="69214"/>
                </a:lnTo>
                <a:lnTo>
                  <a:pt x="67655" y="69214"/>
                </a:lnTo>
                <a:lnTo>
                  <a:pt x="67655" y="67691"/>
                </a:lnTo>
                <a:close/>
              </a:path>
              <a:path w="99695" h="92075">
                <a:moveTo>
                  <a:pt x="94712" y="67691"/>
                </a:moveTo>
                <a:lnTo>
                  <a:pt x="69156" y="67691"/>
                </a:lnTo>
                <a:lnTo>
                  <a:pt x="69156" y="69214"/>
                </a:lnTo>
                <a:lnTo>
                  <a:pt x="94712" y="69214"/>
                </a:lnTo>
                <a:lnTo>
                  <a:pt x="94712" y="67691"/>
                </a:lnTo>
                <a:close/>
              </a:path>
              <a:path w="99695" h="92075">
                <a:moveTo>
                  <a:pt x="66146" y="66167"/>
                </a:moveTo>
                <a:lnTo>
                  <a:pt x="42095" y="66167"/>
                </a:lnTo>
                <a:lnTo>
                  <a:pt x="42095" y="67691"/>
                </a:lnTo>
                <a:lnTo>
                  <a:pt x="66146" y="67691"/>
                </a:lnTo>
                <a:lnTo>
                  <a:pt x="66146" y="66167"/>
                </a:lnTo>
                <a:close/>
              </a:path>
              <a:path w="99695" h="92075">
                <a:moveTo>
                  <a:pt x="96213" y="64643"/>
                </a:moveTo>
                <a:lnTo>
                  <a:pt x="84185" y="64643"/>
                </a:lnTo>
                <a:lnTo>
                  <a:pt x="84185" y="66167"/>
                </a:lnTo>
                <a:lnTo>
                  <a:pt x="67655" y="66167"/>
                </a:lnTo>
                <a:lnTo>
                  <a:pt x="67655" y="67691"/>
                </a:lnTo>
                <a:lnTo>
                  <a:pt x="96213" y="67691"/>
                </a:lnTo>
                <a:lnTo>
                  <a:pt x="96213" y="64643"/>
                </a:lnTo>
                <a:close/>
              </a:path>
              <a:path w="99695" h="92075">
                <a:moveTo>
                  <a:pt x="61639" y="63245"/>
                </a:moveTo>
                <a:lnTo>
                  <a:pt x="43600" y="63245"/>
                </a:lnTo>
                <a:lnTo>
                  <a:pt x="43600" y="66167"/>
                </a:lnTo>
                <a:lnTo>
                  <a:pt x="63140" y="66167"/>
                </a:lnTo>
                <a:lnTo>
                  <a:pt x="63140" y="64643"/>
                </a:lnTo>
                <a:lnTo>
                  <a:pt x="61639" y="64643"/>
                </a:lnTo>
                <a:lnTo>
                  <a:pt x="61639" y="63245"/>
                </a:lnTo>
                <a:close/>
              </a:path>
              <a:path w="99695" h="92075">
                <a:moveTo>
                  <a:pt x="79682" y="64643"/>
                </a:moveTo>
                <a:lnTo>
                  <a:pt x="66146" y="64643"/>
                </a:lnTo>
                <a:lnTo>
                  <a:pt x="66146" y="66167"/>
                </a:lnTo>
                <a:lnTo>
                  <a:pt x="79682" y="66167"/>
                </a:lnTo>
                <a:lnTo>
                  <a:pt x="79682" y="64643"/>
                </a:lnTo>
                <a:close/>
              </a:path>
              <a:path w="99695" h="92075">
                <a:moveTo>
                  <a:pt x="31568" y="60198"/>
                </a:moveTo>
                <a:lnTo>
                  <a:pt x="22553" y="60198"/>
                </a:lnTo>
                <a:lnTo>
                  <a:pt x="22553" y="64643"/>
                </a:lnTo>
                <a:lnTo>
                  <a:pt x="31568" y="64643"/>
                </a:lnTo>
                <a:lnTo>
                  <a:pt x="31568" y="60198"/>
                </a:lnTo>
                <a:close/>
              </a:path>
              <a:path w="99695" h="92075">
                <a:moveTo>
                  <a:pt x="78174" y="63245"/>
                </a:moveTo>
                <a:lnTo>
                  <a:pt x="64645" y="63245"/>
                </a:lnTo>
                <a:lnTo>
                  <a:pt x="64645" y="64643"/>
                </a:lnTo>
                <a:lnTo>
                  <a:pt x="78174" y="64643"/>
                </a:lnTo>
                <a:lnTo>
                  <a:pt x="78174" y="63245"/>
                </a:lnTo>
                <a:close/>
              </a:path>
              <a:path w="99695" h="92075">
                <a:moveTo>
                  <a:pt x="94712" y="63245"/>
                </a:moveTo>
                <a:lnTo>
                  <a:pt x="82688" y="63245"/>
                </a:lnTo>
                <a:lnTo>
                  <a:pt x="82688" y="64643"/>
                </a:lnTo>
                <a:lnTo>
                  <a:pt x="94712" y="64643"/>
                </a:lnTo>
                <a:lnTo>
                  <a:pt x="94712" y="63245"/>
                </a:lnTo>
                <a:close/>
              </a:path>
              <a:path w="99695" h="92075">
                <a:moveTo>
                  <a:pt x="60134" y="61721"/>
                </a:moveTo>
                <a:lnTo>
                  <a:pt x="45101" y="61721"/>
                </a:lnTo>
                <a:lnTo>
                  <a:pt x="45101" y="63245"/>
                </a:lnTo>
                <a:lnTo>
                  <a:pt x="60134" y="63245"/>
                </a:lnTo>
                <a:lnTo>
                  <a:pt x="60134" y="61721"/>
                </a:lnTo>
                <a:close/>
              </a:path>
              <a:path w="99695" h="92075">
                <a:moveTo>
                  <a:pt x="75168" y="61721"/>
                </a:moveTo>
                <a:lnTo>
                  <a:pt x="61639" y="61721"/>
                </a:lnTo>
                <a:lnTo>
                  <a:pt x="61639" y="63245"/>
                </a:lnTo>
                <a:lnTo>
                  <a:pt x="75168" y="63245"/>
                </a:lnTo>
                <a:lnTo>
                  <a:pt x="75168" y="61721"/>
                </a:lnTo>
                <a:close/>
              </a:path>
              <a:path w="99695" h="92075">
                <a:moveTo>
                  <a:pt x="93207" y="61721"/>
                </a:moveTo>
                <a:lnTo>
                  <a:pt x="79682" y="61721"/>
                </a:lnTo>
                <a:lnTo>
                  <a:pt x="79682" y="63245"/>
                </a:lnTo>
                <a:lnTo>
                  <a:pt x="93207" y="63245"/>
                </a:lnTo>
                <a:lnTo>
                  <a:pt x="93207" y="61721"/>
                </a:lnTo>
                <a:close/>
              </a:path>
              <a:path w="99695" h="92075">
                <a:moveTo>
                  <a:pt x="55627" y="58674"/>
                </a:moveTo>
                <a:lnTo>
                  <a:pt x="46606" y="58674"/>
                </a:lnTo>
                <a:lnTo>
                  <a:pt x="46606" y="61721"/>
                </a:lnTo>
                <a:lnTo>
                  <a:pt x="57128" y="61721"/>
                </a:lnTo>
                <a:lnTo>
                  <a:pt x="57128" y="60198"/>
                </a:lnTo>
                <a:lnTo>
                  <a:pt x="55627" y="60198"/>
                </a:lnTo>
                <a:lnTo>
                  <a:pt x="55627" y="58674"/>
                </a:lnTo>
                <a:close/>
              </a:path>
              <a:path w="99695" h="92075">
                <a:moveTo>
                  <a:pt x="73667" y="60198"/>
                </a:moveTo>
                <a:lnTo>
                  <a:pt x="60134" y="60198"/>
                </a:lnTo>
                <a:lnTo>
                  <a:pt x="60134" y="61721"/>
                </a:lnTo>
                <a:lnTo>
                  <a:pt x="73667" y="61721"/>
                </a:lnTo>
                <a:lnTo>
                  <a:pt x="73667" y="60198"/>
                </a:lnTo>
                <a:close/>
              </a:path>
              <a:path w="99695" h="92075">
                <a:moveTo>
                  <a:pt x="91706" y="60198"/>
                </a:moveTo>
                <a:lnTo>
                  <a:pt x="78174" y="60198"/>
                </a:lnTo>
                <a:lnTo>
                  <a:pt x="78174" y="61721"/>
                </a:lnTo>
                <a:lnTo>
                  <a:pt x="91706" y="61721"/>
                </a:lnTo>
                <a:lnTo>
                  <a:pt x="91706" y="60198"/>
                </a:lnTo>
                <a:close/>
              </a:path>
              <a:path w="99695" h="92075">
                <a:moveTo>
                  <a:pt x="30067" y="55625"/>
                </a:moveTo>
                <a:lnTo>
                  <a:pt x="21048" y="55625"/>
                </a:lnTo>
                <a:lnTo>
                  <a:pt x="21048" y="60198"/>
                </a:lnTo>
                <a:lnTo>
                  <a:pt x="30067" y="60198"/>
                </a:lnTo>
                <a:lnTo>
                  <a:pt x="30067" y="55625"/>
                </a:lnTo>
                <a:close/>
              </a:path>
              <a:path w="99695" h="92075">
                <a:moveTo>
                  <a:pt x="72162" y="58674"/>
                </a:moveTo>
                <a:lnTo>
                  <a:pt x="58625" y="58674"/>
                </a:lnTo>
                <a:lnTo>
                  <a:pt x="58625" y="60198"/>
                </a:lnTo>
                <a:lnTo>
                  <a:pt x="72162" y="60198"/>
                </a:lnTo>
                <a:lnTo>
                  <a:pt x="72162" y="58674"/>
                </a:lnTo>
                <a:close/>
              </a:path>
              <a:path w="99695" h="92075">
                <a:moveTo>
                  <a:pt x="88700" y="58674"/>
                </a:moveTo>
                <a:lnTo>
                  <a:pt x="76673" y="58674"/>
                </a:lnTo>
                <a:lnTo>
                  <a:pt x="76673" y="60198"/>
                </a:lnTo>
                <a:lnTo>
                  <a:pt x="88700" y="60198"/>
                </a:lnTo>
                <a:lnTo>
                  <a:pt x="88700" y="58674"/>
                </a:lnTo>
                <a:close/>
              </a:path>
              <a:path w="99695" h="92075">
                <a:moveTo>
                  <a:pt x="52621" y="57150"/>
                </a:moveTo>
                <a:lnTo>
                  <a:pt x="48107" y="57150"/>
                </a:lnTo>
                <a:lnTo>
                  <a:pt x="48107" y="58674"/>
                </a:lnTo>
                <a:lnTo>
                  <a:pt x="52621" y="58674"/>
                </a:lnTo>
                <a:lnTo>
                  <a:pt x="52621" y="57150"/>
                </a:lnTo>
                <a:close/>
              </a:path>
              <a:path w="99695" h="92075">
                <a:moveTo>
                  <a:pt x="70661" y="57150"/>
                </a:moveTo>
                <a:lnTo>
                  <a:pt x="57128" y="57150"/>
                </a:lnTo>
                <a:lnTo>
                  <a:pt x="57128" y="58674"/>
                </a:lnTo>
                <a:lnTo>
                  <a:pt x="70661" y="58674"/>
                </a:lnTo>
                <a:lnTo>
                  <a:pt x="70661" y="57150"/>
                </a:lnTo>
                <a:close/>
              </a:path>
              <a:path w="99695" h="92075">
                <a:moveTo>
                  <a:pt x="87191" y="57150"/>
                </a:moveTo>
                <a:lnTo>
                  <a:pt x="75168" y="57150"/>
                </a:lnTo>
                <a:lnTo>
                  <a:pt x="75168" y="58674"/>
                </a:lnTo>
                <a:lnTo>
                  <a:pt x="87191" y="58674"/>
                </a:lnTo>
                <a:lnTo>
                  <a:pt x="87191" y="57150"/>
                </a:lnTo>
                <a:close/>
              </a:path>
              <a:path w="99695" h="92075">
                <a:moveTo>
                  <a:pt x="51113" y="55625"/>
                </a:moveTo>
                <a:lnTo>
                  <a:pt x="49608" y="55625"/>
                </a:lnTo>
                <a:lnTo>
                  <a:pt x="49608" y="57150"/>
                </a:lnTo>
                <a:lnTo>
                  <a:pt x="51113" y="57150"/>
                </a:lnTo>
                <a:lnTo>
                  <a:pt x="51113" y="55625"/>
                </a:lnTo>
                <a:close/>
              </a:path>
              <a:path w="99695" h="92075">
                <a:moveTo>
                  <a:pt x="67655" y="55625"/>
                </a:moveTo>
                <a:lnTo>
                  <a:pt x="55627" y="55625"/>
                </a:lnTo>
                <a:lnTo>
                  <a:pt x="55627" y="57150"/>
                </a:lnTo>
                <a:lnTo>
                  <a:pt x="67655" y="57150"/>
                </a:lnTo>
                <a:lnTo>
                  <a:pt x="67655" y="55625"/>
                </a:lnTo>
                <a:close/>
              </a:path>
              <a:path w="99695" h="92075">
                <a:moveTo>
                  <a:pt x="85694" y="55625"/>
                </a:moveTo>
                <a:lnTo>
                  <a:pt x="73667" y="55625"/>
                </a:lnTo>
                <a:lnTo>
                  <a:pt x="73667" y="57150"/>
                </a:lnTo>
                <a:lnTo>
                  <a:pt x="85694" y="57150"/>
                </a:lnTo>
                <a:lnTo>
                  <a:pt x="85694" y="55625"/>
                </a:lnTo>
                <a:close/>
              </a:path>
              <a:path w="99695" h="92075">
                <a:moveTo>
                  <a:pt x="33073" y="21081"/>
                </a:moveTo>
                <a:lnTo>
                  <a:pt x="10523" y="21081"/>
                </a:lnTo>
                <a:lnTo>
                  <a:pt x="10523" y="24130"/>
                </a:lnTo>
                <a:lnTo>
                  <a:pt x="12028" y="24130"/>
                </a:lnTo>
                <a:lnTo>
                  <a:pt x="12028" y="28575"/>
                </a:lnTo>
                <a:lnTo>
                  <a:pt x="13533" y="28575"/>
                </a:lnTo>
                <a:lnTo>
                  <a:pt x="13533" y="34670"/>
                </a:lnTo>
                <a:lnTo>
                  <a:pt x="15034" y="34670"/>
                </a:lnTo>
                <a:lnTo>
                  <a:pt x="15034" y="39116"/>
                </a:lnTo>
                <a:lnTo>
                  <a:pt x="16541" y="39116"/>
                </a:lnTo>
                <a:lnTo>
                  <a:pt x="16541" y="45212"/>
                </a:lnTo>
                <a:lnTo>
                  <a:pt x="18044" y="45212"/>
                </a:lnTo>
                <a:lnTo>
                  <a:pt x="18044" y="49656"/>
                </a:lnTo>
                <a:lnTo>
                  <a:pt x="19541" y="49656"/>
                </a:lnTo>
                <a:lnTo>
                  <a:pt x="19541" y="55625"/>
                </a:lnTo>
                <a:lnTo>
                  <a:pt x="28559" y="55625"/>
                </a:lnTo>
                <a:lnTo>
                  <a:pt x="28559" y="51181"/>
                </a:lnTo>
                <a:lnTo>
                  <a:pt x="27061" y="51181"/>
                </a:lnTo>
                <a:lnTo>
                  <a:pt x="27061" y="46608"/>
                </a:lnTo>
                <a:lnTo>
                  <a:pt x="25560" y="46608"/>
                </a:lnTo>
                <a:lnTo>
                  <a:pt x="25560" y="40639"/>
                </a:lnTo>
                <a:lnTo>
                  <a:pt x="24055" y="40639"/>
                </a:lnTo>
                <a:lnTo>
                  <a:pt x="24055" y="36194"/>
                </a:lnTo>
                <a:lnTo>
                  <a:pt x="22553" y="36194"/>
                </a:lnTo>
                <a:lnTo>
                  <a:pt x="22553" y="30099"/>
                </a:lnTo>
                <a:lnTo>
                  <a:pt x="21048" y="30099"/>
                </a:lnTo>
                <a:lnTo>
                  <a:pt x="21048" y="25654"/>
                </a:lnTo>
                <a:lnTo>
                  <a:pt x="19541" y="25654"/>
                </a:lnTo>
                <a:lnTo>
                  <a:pt x="19541" y="22606"/>
                </a:lnTo>
                <a:lnTo>
                  <a:pt x="33073" y="22606"/>
                </a:lnTo>
                <a:lnTo>
                  <a:pt x="33073" y="21081"/>
                </a:lnTo>
                <a:close/>
              </a:path>
              <a:path w="99695" h="92075">
                <a:moveTo>
                  <a:pt x="66146" y="54229"/>
                </a:moveTo>
                <a:lnTo>
                  <a:pt x="54119" y="54229"/>
                </a:lnTo>
                <a:lnTo>
                  <a:pt x="54119" y="55625"/>
                </a:lnTo>
                <a:lnTo>
                  <a:pt x="66146" y="55625"/>
                </a:lnTo>
                <a:lnTo>
                  <a:pt x="66146" y="54229"/>
                </a:lnTo>
                <a:close/>
              </a:path>
              <a:path w="99695" h="92075">
                <a:moveTo>
                  <a:pt x="84185" y="54229"/>
                </a:moveTo>
                <a:lnTo>
                  <a:pt x="72162" y="54229"/>
                </a:lnTo>
                <a:lnTo>
                  <a:pt x="72162" y="55625"/>
                </a:lnTo>
                <a:lnTo>
                  <a:pt x="84185" y="55625"/>
                </a:lnTo>
                <a:lnTo>
                  <a:pt x="84185" y="54229"/>
                </a:lnTo>
                <a:close/>
              </a:path>
              <a:path w="99695" h="92075">
                <a:moveTo>
                  <a:pt x="64645" y="52705"/>
                </a:moveTo>
                <a:lnTo>
                  <a:pt x="52621" y="52705"/>
                </a:lnTo>
                <a:lnTo>
                  <a:pt x="52621" y="54229"/>
                </a:lnTo>
                <a:lnTo>
                  <a:pt x="64645" y="54229"/>
                </a:lnTo>
                <a:lnTo>
                  <a:pt x="64645" y="52705"/>
                </a:lnTo>
                <a:close/>
              </a:path>
              <a:path w="99695" h="92075">
                <a:moveTo>
                  <a:pt x="82688" y="52705"/>
                </a:moveTo>
                <a:lnTo>
                  <a:pt x="69156" y="52705"/>
                </a:lnTo>
                <a:lnTo>
                  <a:pt x="69156" y="54229"/>
                </a:lnTo>
                <a:lnTo>
                  <a:pt x="82688" y="54229"/>
                </a:lnTo>
                <a:lnTo>
                  <a:pt x="82688" y="52705"/>
                </a:lnTo>
                <a:close/>
              </a:path>
              <a:path w="99695" h="92075">
                <a:moveTo>
                  <a:pt x="63140" y="51181"/>
                </a:moveTo>
                <a:lnTo>
                  <a:pt x="51113" y="51181"/>
                </a:lnTo>
                <a:lnTo>
                  <a:pt x="51113" y="52705"/>
                </a:lnTo>
                <a:lnTo>
                  <a:pt x="63140" y="52705"/>
                </a:lnTo>
                <a:lnTo>
                  <a:pt x="63140" y="51181"/>
                </a:lnTo>
                <a:close/>
              </a:path>
              <a:path w="99695" h="92075">
                <a:moveTo>
                  <a:pt x="81180" y="51181"/>
                </a:moveTo>
                <a:lnTo>
                  <a:pt x="67655" y="51181"/>
                </a:lnTo>
                <a:lnTo>
                  <a:pt x="67655" y="52705"/>
                </a:lnTo>
                <a:lnTo>
                  <a:pt x="81180" y="52705"/>
                </a:lnTo>
                <a:lnTo>
                  <a:pt x="81180" y="51181"/>
                </a:lnTo>
                <a:close/>
              </a:path>
              <a:path w="99695" h="92075">
                <a:moveTo>
                  <a:pt x="61639" y="49656"/>
                </a:moveTo>
                <a:lnTo>
                  <a:pt x="49608" y="49656"/>
                </a:lnTo>
                <a:lnTo>
                  <a:pt x="49608" y="51181"/>
                </a:lnTo>
                <a:lnTo>
                  <a:pt x="61639" y="51181"/>
                </a:lnTo>
                <a:lnTo>
                  <a:pt x="61639" y="49656"/>
                </a:lnTo>
                <a:close/>
              </a:path>
              <a:path w="99695" h="92075">
                <a:moveTo>
                  <a:pt x="78174" y="49656"/>
                </a:moveTo>
                <a:lnTo>
                  <a:pt x="66146" y="49656"/>
                </a:lnTo>
                <a:lnTo>
                  <a:pt x="66146" y="51181"/>
                </a:lnTo>
                <a:lnTo>
                  <a:pt x="78174" y="51181"/>
                </a:lnTo>
                <a:lnTo>
                  <a:pt x="78174" y="49656"/>
                </a:lnTo>
                <a:close/>
              </a:path>
              <a:path w="99695" h="92075">
                <a:moveTo>
                  <a:pt x="60134" y="48132"/>
                </a:moveTo>
                <a:lnTo>
                  <a:pt x="48107" y="48132"/>
                </a:lnTo>
                <a:lnTo>
                  <a:pt x="48107" y="49656"/>
                </a:lnTo>
                <a:lnTo>
                  <a:pt x="60134" y="49656"/>
                </a:lnTo>
                <a:lnTo>
                  <a:pt x="60134" y="48132"/>
                </a:lnTo>
                <a:close/>
              </a:path>
              <a:path w="99695" h="92075">
                <a:moveTo>
                  <a:pt x="79682" y="45212"/>
                </a:moveTo>
                <a:lnTo>
                  <a:pt x="63140" y="45212"/>
                </a:lnTo>
                <a:lnTo>
                  <a:pt x="63140" y="48132"/>
                </a:lnTo>
                <a:lnTo>
                  <a:pt x="64645" y="48132"/>
                </a:lnTo>
                <a:lnTo>
                  <a:pt x="64645" y="49656"/>
                </a:lnTo>
                <a:lnTo>
                  <a:pt x="76673" y="49656"/>
                </a:lnTo>
                <a:lnTo>
                  <a:pt x="76673" y="46608"/>
                </a:lnTo>
                <a:lnTo>
                  <a:pt x="79682" y="46608"/>
                </a:lnTo>
                <a:lnTo>
                  <a:pt x="79682" y="45212"/>
                </a:lnTo>
                <a:close/>
              </a:path>
              <a:path w="99695" h="92075">
                <a:moveTo>
                  <a:pt x="58625" y="46608"/>
                </a:moveTo>
                <a:lnTo>
                  <a:pt x="46606" y="46608"/>
                </a:lnTo>
                <a:lnTo>
                  <a:pt x="46606" y="48132"/>
                </a:lnTo>
                <a:lnTo>
                  <a:pt x="58625" y="48132"/>
                </a:lnTo>
                <a:lnTo>
                  <a:pt x="58625" y="46608"/>
                </a:lnTo>
                <a:close/>
              </a:path>
              <a:path w="99695" h="92075">
                <a:moveTo>
                  <a:pt x="57128" y="45212"/>
                </a:moveTo>
                <a:lnTo>
                  <a:pt x="45101" y="45212"/>
                </a:lnTo>
                <a:lnTo>
                  <a:pt x="45101" y="46608"/>
                </a:lnTo>
                <a:lnTo>
                  <a:pt x="57128" y="46608"/>
                </a:lnTo>
                <a:lnTo>
                  <a:pt x="57128" y="45212"/>
                </a:lnTo>
                <a:close/>
              </a:path>
              <a:path w="99695" h="92075">
                <a:moveTo>
                  <a:pt x="55627" y="43687"/>
                </a:moveTo>
                <a:lnTo>
                  <a:pt x="43600" y="43687"/>
                </a:lnTo>
                <a:lnTo>
                  <a:pt x="43600" y="45212"/>
                </a:lnTo>
                <a:lnTo>
                  <a:pt x="55627" y="45212"/>
                </a:lnTo>
                <a:lnTo>
                  <a:pt x="55627" y="43687"/>
                </a:lnTo>
                <a:close/>
              </a:path>
              <a:path w="99695" h="92075">
                <a:moveTo>
                  <a:pt x="81180" y="43687"/>
                </a:moveTo>
                <a:lnTo>
                  <a:pt x="64645" y="43687"/>
                </a:lnTo>
                <a:lnTo>
                  <a:pt x="64645" y="45212"/>
                </a:lnTo>
                <a:lnTo>
                  <a:pt x="81180" y="45212"/>
                </a:lnTo>
                <a:lnTo>
                  <a:pt x="81180" y="43687"/>
                </a:lnTo>
                <a:close/>
              </a:path>
              <a:path w="99695" h="92075">
                <a:moveTo>
                  <a:pt x="54119" y="42163"/>
                </a:moveTo>
                <a:lnTo>
                  <a:pt x="42095" y="42163"/>
                </a:lnTo>
                <a:lnTo>
                  <a:pt x="42095" y="43687"/>
                </a:lnTo>
                <a:lnTo>
                  <a:pt x="54119" y="43687"/>
                </a:lnTo>
                <a:lnTo>
                  <a:pt x="54119" y="42163"/>
                </a:lnTo>
                <a:close/>
              </a:path>
              <a:path w="99695" h="92075">
                <a:moveTo>
                  <a:pt x="84185" y="42163"/>
                </a:moveTo>
                <a:lnTo>
                  <a:pt x="67655" y="42163"/>
                </a:lnTo>
                <a:lnTo>
                  <a:pt x="67655" y="43687"/>
                </a:lnTo>
                <a:lnTo>
                  <a:pt x="84185" y="43687"/>
                </a:lnTo>
                <a:lnTo>
                  <a:pt x="84185" y="42163"/>
                </a:lnTo>
                <a:close/>
              </a:path>
              <a:path w="99695" h="92075">
                <a:moveTo>
                  <a:pt x="52621" y="40639"/>
                </a:moveTo>
                <a:lnTo>
                  <a:pt x="40590" y="40639"/>
                </a:lnTo>
                <a:lnTo>
                  <a:pt x="40590" y="42163"/>
                </a:lnTo>
                <a:lnTo>
                  <a:pt x="52621" y="42163"/>
                </a:lnTo>
                <a:lnTo>
                  <a:pt x="52621" y="40639"/>
                </a:lnTo>
                <a:close/>
              </a:path>
              <a:path w="99695" h="92075">
                <a:moveTo>
                  <a:pt x="87191" y="40639"/>
                </a:moveTo>
                <a:lnTo>
                  <a:pt x="70661" y="40639"/>
                </a:lnTo>
                <a:lnTo>
                  <a:pt x="70661" y="42163"/>
                </a:lnTo>
                <a:lnTo>
                  <a:pt x="87191" y="42163"/>
                </a:lnTo>
                <a:lnTo>
                  <a:pt x="87191" y="40639"/>
                </a:lnTo>
                <a:close/>
              </a:path>
              <a:path w="99695" h="92075">
                <a:moveTo>
                  <a:pt x="51113" y="39116"/>
                </a:moveTo>
                <a:lnTo>
                  <a:pt x="39089" y="39116"/>
                </a:lnTo>
                <a:lnTo>
                  <a:pt x="39089" y="40639"/>
                </a:lnTo>
                <a:lnTo>
                  <a:pt x="51113" y="40639"/>
                </a:lnTo>
                <a:lnTo>
                  <a:pt x="51113" y="39116"/>
                </a:lnTo>
                <a:close/>
              </a:path>
              <a:path w="99695" h="92075">
                <a:moveTo>
                  <a:pt x="90201" y="39116"/>
                </a:moveTo>
                <a:lnTo>
                  <a:pt x="73667" y="39116"/>
                </a:lnTo>
                <a:lnTo>
                  <a:pt x="73667" y="40639"/>
                </a:lnTo>
                <a:lnTo>
                  <a:pt x="90201" y="40639"/>
                </a:lnTo>
                <a:lnTo>
                  <a:pt x="90201" y="39116"/>
                </a:lnTo>
                <a:close/>
              </a:path>
              <a:path w="99695" h="92075">
                <a:moveTo>
                  <a:pt x="49608" y="37592"/>
                </a:moveTo>
                <a:lnTo>
                  <a:pt x="37588" y="37592"/>
                </a:lnTo>
                <a:lnTo>
                  <a:pt x="37588" y="39116"/>
                </a:lnTo>
                <a:lnTo>
                  <a:pt x="49608" y="39116"/>
                </a:lnTo>
                <a:lnTo>
                  <a:pt x="49608" y="37592"/>
                </a:lnTo>
                <a:close/>
              </a:path>
              <a:path w="99695" h="92075">
                <a:moveTo>
                  <a:pt x="91706" y="37592"/>
                </a:moveTo>
                <a:lnTo>
                  <a:pt x="75168" y="37592"/>
                </a:lnTo>
                <a:lnTo>
                  <a:pt x="75168" y="39116"/>
                </a:lnTo>
                <a:lnTo>
                  <a:pt x="91706" y="39116"/>
                </a:lnTo>
                <a:lnTo>
                  <a:pt x="91706" y="37592"/>
                </a:lnTo>
                <a:close/>
              </a:path>
              <a:path w="99695" h="92075">
                <a:moveTo>
                  <a:pt x="48107" y="36194"/>
                </a:moveTo>
                <a:lnTo>
                  <a:pt x="36079" y="36194"/>
                </a:lnTo>
                <a:lnTo>
                  <a:pt x="36079" y="37592"/>
                </a:lnTo>
                <a:lnTo>
                  <a:pt x="48107" y="37592"/>
                </a:lnTo>
                <a:lnTo>
                  <a:pt x="48107" y="36194"/>
                </a:lnTo>
                <a:close/>
              </a:path>
              <a:path w="99695" h="92075">
                <a:moveTo>
                  <a:pt x="94712" y="36194"/>
                </a:moveTo>
                <a:lnTo>
                  <a:pt x="78174" y="36194"/>
                </a:lnTo>
                <a:lnTo>
                  <a:pt x="78174" y="37592"/>
                </a:lnTo>
                <a:lnTo>
                  <a:pt x="94712" y="37592"/>
                </a:lnTo>
                <a:lnTo>
                  <a:pt x="94712" y="36194"/>
                </a:lnTo>
                <a:close/>
              </a:path>
              <a:path w="99695" h="92075">
                <a:moveTo>
                  <a:pt x="46606" y="34670"/>
                </a:moveTo>
                <a:lnTo>
                  <a:pt x="34582" y="34670"/>
                </a:lnTo>
                <a:lnTo>
                  <a:pt x="34582" y="36194"/>
                </a:lnTo>
                <a:lnTo>
                  <a:pt x="46606" y="36194"/>
                </a:lnTo>
                <a:lnTo>
                  <a:pt x="46606" y="34670"/>
                </a:lnTo>
                <a:close/>
              </a:path>
              <a:path w="99695" h="92075">
                <a:moveTo>
                  <a:pt x="97722" y="34670"/>
                </a:moveTo>
                <a:lnTo>
                  <a:pt x="81180" y="34670"/>
                </a:lnTo>
                <a:lnTo>
                  <a:pt x="81180" y="36194"/>
                </a:lnTo>
                <a:lnTo>
                  <a:pt x="97722" y="36194"/>
                </a:lnTo>
                <a:lnTo>
                  <a:pt x="97722" y="34670"/>
                </a:lnTo>
                <a:close/>
              </a:path>
              <a:path w="99695" h="92075">
                <a:moveTo>
                  <a:pt x="45101" y="33146"/>
                </a:moveTo>
                <a:lnTo>
                  <a:pt x="33073" y="33146"/>
                </a:lnTo>
                <a:lnTo>
                  <a:pt x="33073" y="34670"/>
                </a:lnTo>
                <a:lnTo>
                  <a:pt x="45101" y="34670"/>
                </a:lnTo>
                <a:lnTo>
                  <a:pt x="45101" y="33146"/>
                </a:lnTo>
                <a:close/>
              </a:path>
              <a:path w="99695" h="92075">
                <a:moveTo>
                  <a:pt x="99220" y="33146"/>
                </a:moveTo>
                <a:lnTo>
                  <a:pt x="84185" y="33146"/>
                </a:lnTo>
                <a:lnTo>
                  <a:pt x="84185" y="34670"/>
                </a:lnTo>
                <a:lnTo>
                  <a:pt x="99220" y="34670"/>
                </a:lnTo>
                <a:lnTo>
                  <a:pt x="99220" y="33146"/>
                </a:lnTo>
                <a:close/>
              </a:path>
              <a:path w="99695" h="92075">
                <a:moveTo>
                  <a:pt x="43600" y="31623"/>
                </a:moveTo>
                <a:lnTo>
                  <a:pt x="31568" y="31623"/>
                </a:lnTo>
                <a:lnTo>
                  <a:pt x="31568" y="33146"/>
                </a:lnTo>
                <a:lnTo>
                  <a:pt x="43600" y="33146"/>
                </a:lnTo>
                <a:lnTo>
                  <a:pt x="43600" y="31623"/>
                </a:lnTo>
                <a:close/>
              </a:path>
              <a:path w="99695" h="92075">
                <a:moveTo>
                  <a:pt x="97722" y="31623"/>
                </a:moveTo>
                <a:lnTo>
                  <a:pt x="85694" y="31623"/>
                </a:lnTo>
                <a:lnTo>
                  <a:pt x="85694" y="33146"/>
                </a:lnTo>
                <a:lnTo>
                  <a:pt x="97722" y="33146"/>
                </a:lnTo>
                <a:lnTo>
                  <a:pt x="97722" y="31623"/>
                </a:lnTo>
                <a:close/>
              </a:path>
              <a:path w="99695" h="92075">
                <a:moveTo>
                  <a:pt x="42095" y="30099"/>
                </a:moveTo>
                <a:lnTo>
                  <a:pt x="30067" y="30099"/>
                </a:lnTo>
                <a:lnTo>
                  <a:pt x="30067" y="31623"/>
                </a:lnTo>
                <a:lnTo>
                  <a:pt x="42095" y="31623"/>
                </a:lnTo>
                <a:lnTo>
                  <a:pt x="42095" y="30099"/>
                </a:lnTo>
                <a:close/>
              </a:path>
              <a:path w="99695" h="92075">
                <a:moveTo>
                  <a:pt x="96213" y="30099"/>
                </a:moveTo>
                <a:lnTo>
                  <a:pt x="82688" y="30099"/>
                </a:lnTo>
                <a:lnTo>
                  <a:pt x="82688" y="31623"/>
                </a:lnTo>
                <a:lnTo>
                  <a:pt x="96213" y="31623"/>
                </a:lnTo>
                <a:lnTo>
                  <a:pt x="96213" y="30099"/>
                </a:lnTo>
                <a:close/>
              </a:path>
              <a:path w="99695" h="92075">
                <a:moveTo>
                  <a:pt x="40590" y="28575"/>
                </a:moveTo>
                <a:lnTo>
                  <a:pt x="28559" y="28575"/>
                </a:lnTo>
                <a:lnTo>
                  <a:pt x="28559" y="30099"/>
                </a:lnTo>
                <a:lnTo>
                  <a:pt x="40590" y="30099"/>
                </a:lnTo>
                <a:lnTo>
                  <a:pt x="40590" y="28575"/>
                </a:lnTo>
                <a:close/>
              </a:path>
              <a:path w="99695" h="92075">
                <a:moveTo>
                  <a:pt x="94712" y="28575"/>
                </a:moveTo>
                <a:lnTo>
                  <a:pt x="78174" y="28575"/>
                </a:lnTo>
                <a:lnTo>
                  <a:pt x="78174" y="30099"/>
                </a:lnTo>
                <a:lnTo>
                  <a:pt x="94712" y="30099"/>
                </a:lnTo>
                <a:lnTo>
                  <a:pt x="94712" y="28575"/>
                </a:lnTo>
                <a:close/>
              </a:path>
              <a:path w="99695" h="92075">
                <a:moveTo>
                  <a:pt x="39089" y="27050"/>
                </a:moveTo>
                <a:lnTo>
                  <a:pt x="25560" y="27050"/>
                </a:lnTo>
                <a:lnTo>
                  <a:pt x="25560" y="28575"/>
                </a:lnTo>
                <a:lnTo>
                  <a:pt x="39089" y="28575"/>
                </a:lnTo>
                <a:lnTo>
                  <a:pt x="39089" y="27050"/>
                </a:lnTo>
                <a:close/>
              </a:path>
              <a:path w="99695" h="92075">
                <a:moveTo>
                  <a:pt x="93207" y="27050"/>
                </a:moveTo>
                <a:lnTo>
                  <a:pt x="75168" y="27050"/>
                </a:lnTo>
                <a:lnTo>
                  <a:pt x="75168" y="28575"/>
                </a:lnTo>
                <a:lnTo>
                  <a:pt x="93207" y="28575"/>
                </a:lnTo>
                <a:lnTo>
                  <a:pt x="93207" y="27050"/>
                </a:lnTo>
                <a:close/>
              </a:path>
              <a:path w="99695" h="92075">
                <a:moveTo>
                  <a:pt x="37588" y="25654"/>
                </a:moveTo>
                <a:lnTo>
                  <a:pt x="24055" y="25654"/>
                </a:lnTo>
                <a:lnTo>
                  <a:pt x="24055" y="27050"/>
                </a:lnTo>
                <a:lnTo>
                  <a:pt x="37588" y="27050"/>
                </a:lnTo>
                <a:lnTo>
                  <a:pt x="37588" y="25654"/>
                </a:lnTo>
                <a:close/>
              </a:path>
              <a:path w="99695" h="92075">
                <a:moveTo>
                  <a:pt x="91706" y="25654"/>
                </a:moveTo>
                <a:lnTo>
                  <a:pt x="70661" y="25654"/>
                </a:lnTo>
                <a:lnTo>
                  <a:pt x="70661" y="27050"/>
                </a:lnTo>
                <a:lnTo>
                  <a:pt x="91706" y="27050"/>
                </a:lnTo>
                <a:lnTo>
                  <a:pt x="91706" y="25654"/>
                </a:lnTo>
                <a:close/>
              </a:path>
              <a:path w="99695" h="92075">
                <a:moveTo>
                  <a:pt x="36079" y="24130"/>
                </a:moveTo>
                <a:lnTo>
                  <a:pt x="22553" y="24130"/>
                </a:lnTo>
                <a:lnTo>
                  <a:pt x="22553" y="25654"/>
                </a:lnTo>
                <a:lnTo>
                  <a:pt x="36079" y="25654"/>
                </a:lnTo>
                <a:lnTo>
                  <a:pt x="36079" y="24130"/>
                </a:lnTo>
                <a:close/>
              </a:path>
              <a:path w="99695" h="92075">
                <a:moveTo>
                  <a:pt x="88700" y="24130"/>
                </a:moveTo>
                <a:lnTo>
                  <a:pt x="66146" y="24130"/>
                </a:lnTo>
                <a:lnTo>
                  <a:pt x="66146" y="25654"/>
                </a:lnTo>
                <a:lnTo>
                  <a:pt x="88700" y="25654"/>
                </a:lnTo>
                <a:lnTo>
                  <a:pt x="88700" y="24130"/>
                </a:lnTo>
                <a:close/>
              </a:path>
              <a:path w="99695" h="92075">
                <a:moveTo>
                  <a:pt x="34582" y="22606"/>
                </a:moveTo>
                <a:lnTo>
                  <a:pt x="21048" y="22606"/>
                </a:lnTo>
                <a:lnTo>
                  <a:pt x="21048" y="24130"/>
                </a:lnTo>
                <a:lnTo>
                  <a:pt x="34582" y="24130"/>
                </a:lnTo>
                <a:lnTo>
                  <a:pt x="34582" y="22606"/>
                </a:lnTo>
                <a:close/>
              </a:path>
              <a:path w="99695" h="92075">
                <a:moveTo>
                  <a:pt x="85694" y="22606"/>
                </a:moveTo>
                <a:lnTo>
                  <a:pt x="60134" y="22606"/>
                </a:lnTo>
                <a:lnTo>
                  <a:pt x="60134" y="24130"/>
                </a:lnTo>
                <a:lnTo>
                  <a:pt x="85694" y="24130"/>
                </a:lnTo>
                <a:lnTo>
                  <a:pt x="85694" y="22606"/>
                </a:lnTo>
                <a:close/>
              </a:path>
              <a:path w="99695" h="92075">
                <a:moveTo>
                  <a:pt x="82688" y="21081"/>
                </a:moveTo>
                <a:lnTo>
                  <a:pt x="54119" y="21081"/>
                </a:lnTo>
                <a:lnTo>
                  <a:pt x="54119" y="22606"/>
                </a:lnTo>
                <a:lnTo>
                  <a:pt x="82688" y="22606"/>
                </a:lnTo>
                <a:lnTo>
                  <a:pt x="82688" y="21081"/>
                </a:lnTo>
                <a:close/>
              </a:path>
              <a:path w="99695" h="92075">
                <a:moveTo>
                  <a:pt x="30067" y="18161"/>
                </a:moveTo>
                <a:lnTo>
                  <a:pt x="9022" y="18161"/>
                </a:lnTo>
                <a:lnTo>
                  <a:pt x="9022" y="21081"/>
                </a:lnTo>
                <a:lnTo>
                  <a:pt x="31568" y="21081"/>
                </a:lnTo>
                <a:lnTo>
                  <a:pt x="31568" y="19557"/>
                </a:lnTo>
                <a:lnTo>
                  <a:pt x="30067" y="19557"/>
                </a:lnTo>
                <a:lnTo>
                  <a:pt x="30067" y="18161"/>
                </a:lnTo>
                <a:close/>
              </a:path>
              <a:path w="99695" h="92075">
                <a:moveTo>
                  <a:pt x="78174" y="19557"/>
                </a:moveTo>
                <a:lnTo>
                  <a:pt x="48107" y="19557"/>
                </a:lnTo>
                <a:lnTo>
                  <a:pt x="48107" y="21081"/>
                </a:lnTo>
                <a:lnTo>
                  <a:pt x="78174" y="21081"/>
                </a:lnTo>
                <a:lnTo>
                  <a:pt x="78174" y="19557"/>
                </a:lnTo>
                <a:close/>
              </a:path>
              <a:path w="99695" h="92075">
                <a:moveTo>
                  <a:pt x="73667" y="18161"/>
                </a:moveTo>
                <a:lnTo>
                  <a:pt x="42095" y="18161"/>
                </a:lnTo>
                <a:lnTo>
                  <a:pt x="42095" y="19557"/>
                </a:lnTo>
                <a:lnTo>
                  <a:pt x="73667" y="19557"/>
                </a:lnTo>
                <a:lnTo>
                  <a:pt x="73667" y="18161"/>
                </a:lnTo>
                <a:close/>
              </a:path>
              <a:path w="99695" h="92075">
                <a:moveTo>
                  <a:pt x="25560" y="15112"/>
                </a:moveTo>
                <a:lnTo>
                  <a:pt x="7513" y="15112"/>
                </a:lnTo>
                <a:lnTo>
                  <a:pt x="7513" y="18161"/>
                </a:lnTo>
                <a:lnTo>
                  <a:pt x="27061" y="18161"/>
                </a:lnTo>
                <a:lnTo>
                  <a:pt x="27061" y="16637"/>
                </a:lnTo>
                <a:lnTo>
                  <a:pt x="25560" y="16637"/>
                </a:lnTo>
                <a:lnTo>
                  <a:pt x="25560" y="15112"/>
                </a:lnTo>
                <a:close/>
              </a:path>
              <a:path w="99695" h="92075">
                <a:moveTo>
                  <a:pt x="69156" y="16637"/>
                </a:moveTo>
                <a:lnTo>
                  <a:pt x="36079" y="16637"/>
                </a:lnTo>
                <a:lnTo>
                  <a:pt x="36079" y="18161"/>
                </a:lnTo>
                <a:lnTo>
                  <a:pt x="69156" y="18161"/>
                </a:lnTo>
                <a:lnTo>
                  <a:pt x="69156" y="16637"/>
                </a:lnTo>
                <a:close/>
              </a:path>
              <a:path w="99695" h="92075">
                <a:moveTo>
                  <a:pt x="64645" y="15112"/>
                </a:moveTo>
                <a:lnTo>
                  <a:pt x="30067" y="15112"/>
                </a:lnTo>
                <a:lnTo>
                  <a:pt x="30067" y="16637"/>
                </a:lnTo>
                <a:lnTo>
                  <a:pt x="64645" y="16637"/>
                </a:lnTo>
                <a:lnTo>
                  <a:pt x="64645" y="15112"/>
                </a:lnTo>
                <a:close/>
              </a:path>
              <a:path w="99695" h="92075">
                <a:moveTo>
                  <a:pt x="52621" y="12064"/>
                </a:moveTo>
                <a:lnTo>
                  <a:pt x="6012" y="12064"/>
                </a:lnTo>
                <a:lnTo>
                  <a:pt x="6012" y="15112"/>
                </a:lnTo>
                <a:lnTo>
                  <a:pt x="58625" y="15112"/>
                </a:lnTo>
                <a:lnTo>
                  <a:pt x="58625" y="13588"/>
                </a:lnTo>
                <a:lnTo>
                  <a:pt x="52621" y="13588"/>
                </a:lnTo>
                <a:lnTo>
                  <a:pt x="52621" y="12064"/>
                </a:lnTo>
                <a:close/>
              </a:path>
              <a:path w="99695" h="92075">
                <a:moveTo>
                  <a:pt x="40590" y="9143"/>
                </a:moveTo>
                <a:lnTo>
                  <a:pt x="4514" y="9143"/>
                </a:lnTo>
                <a:lnTo>
                  <a:pt x="4514" y="12064"/>
                </a:lnTo>
                <a:lnTo>
                  <a:pt x="46606" y="12064"/>
                </a:lnTo>
                <a:lnTo>
                  <a:pt x="46606" y="10541"/>
                </a:lnTo>
                <a:lnTo>
                  <a:pt x="40590" y="10541"/>
                </a:lnTo>
                <a:lnTo>
                  <a:pt x="40590" y="9143"/>
                </a:lnTo>
                <a:close/>
              </a:path>
              <a:path w="99695" h="92075">
                <a:moveTo>
                  <a:pt x="28559" y="6095"/>
                </a:moveTo>
                <a:lnTo>
                  <a:pt x="3006" y="6095"/>
                </a:lnTo>
                <a:lnTo>
                  <a:pt x="3006" y="9143"/>
                </a:lnTo>
                <a:lnTo>
                  <a:pt x="34582" y="9143"/>
                </a:lnTo>
                <a:lnTo>
                  <a:pt x="34582" y="7619"/>
                </a:lnTo>
                <a:lnTo>
                  <a:pt x="28559" y="7619"/>
                </a:lnTo>
                <a:lnTo>
                  <a:pt x="28559" y="6095"/>
                </a:lnTo>
                <a:close/>
              </a:path>
              <a:path w="99695" h="92075">
                <a:moveTo>
                  <a:pt x="16541" y="3048"/>
                </a:moveTo>
                <a:lnTo>
                  <a:pt x="1501" y="3048"/>
                </a:lnTo>
                <a:lnTo>
                  <a:pt x="1501" y="6095"/>
                </a:lnTo>
                <a:lnTo>
                  <a:pt x="22553" y="6095"/>
                </a:lnTo>
                <a:lnTo>
                  <a:pt x="22553" y="4571"/>
                </a:lnTo>
                <a:lnTo>
                  <a:pt x="16541" y="4571"/>
                </a:lnTo>
                <a:lnTo>
                  <a:pt x="16541" y="3048"/>
                </a:lnTo>
                <a:close/>
              </a:path>
              <a:path w="99695" h="92075">
                <a:moveTo>
                  <a:pt x="3006" y="0"/>
                </a:moveTo>
                <a:lnTo>
                  <a:pt x="0" y="0"/>
                </a:lnTo>
                <a:lnTo>
                  <a:pt x="0" y="3048"/>
                </a:lnTo>
                <a:lnTo>
                  <a:pt x="10523" y="3048"/>
                </a:lnTo>
                <a:lnTo>
                  <a:pt x="10523" y="1524"/>
                </a:lnTo>
                <a:lnTo>
                  <a:pt x="3006" y="1524"/>
                </a:lnTo>
                <a:lnTo>
                  <a:pt x="3006" y="0"/>
                </a:lnTo>
                <a:close/>
              </a:path>
            </a:pathLst>
          </a:custGeom>
          <a:solidFill>
            <a:srgbClr val="000000"/>
          </a:solidFill>
        </p:spPr>
        <p:txBody>
          <a:bodyPr wrap="square" lIns="0" tIns="0" rIns="0" bIns="0" rtlCol="0"/>
          <a:lstStyle/>
          <a:p>
            <a:endParaRPr/>
          </a:p>
        </p:txBody>
      </p:sp>
      <p:sp>
        <p:nvSpPr>
          <p:cNvPr id="9" name="object 9"/>
          <p:cNvSpPr/>
          <p:nvPr/>
        </p:nvSpPr>
        <p:spPr>
          <a:xfrm>
            <a:off x="393307" y="1114971"/>
            <a:ext cx="1905" cy="19685"/>
          </a:xfrm>
          <a:custGeom>
            <a:avLst/>
            <a:gdLst/>
            <a:ahLst/>
            <a:cxnLst/>
            <a:rect l="l" t="t" r="r" b="b"/>
            <a:pathLst>
              <a:path w="1904" h="19684">
                <a:moveTo>
                  <a:pt x="1504" y="0"/>
                </a:moveTo>
                <a:lnTo>
                  <a:pt x="0" y="0"/>
                </a:lnTo>
                <a:lnTo>
                  <a:pt x="0" y="19545"/>
                </a:lnTo>
                <a:lnTo>
                  <a:pt x="1504" y="19545"/>
                </a:lnTo>
                <a:lnTo>
                  <a:pt x="1504" y="0"/>
                </a:lnTo>
                <a:close/>
              </a:path>
            </a:pathLst>
          </a:custGeom>
          <a:solidFill>
            <a:srgbClr val="000000"/>
          </a:solidFill>
        </p:spPr>
        <p:txBody>
          <a:bodyPr wrap="square" lIns="0" tIns="0" rIns="0" bIns="0" rtlCol="0"/>
          <a:lstStyle/>
          <a:p>
            <a:endParaRPr/>
          </a:p>
        </p:txBody>
      </p:sp>
      <p:sp>
        <p:nvSpPr>
          <p:cNvPr id="10" name="object 10"/>
          <p:cNvSpPr/>
          <p:nvPr/>
        </p:nvSpPr>
        <p:spPr>
          <a:xfrm>
            <a:off x="167806" y="1104442"/>
            <a:ext cx="1905" cy="6350"/>
          </a:xfrm>
          <a:custGeom>
            <a:avLst/>
            <a:gdLst/>
            <a:ahLst/>
            <a:cxnLst/>
            <a:rect l="l" t="t" r="r" b="b"/>
            <a:pathLst>
              <a:path w="1905" h="6350">
                <a:moveTo>
                  <a:pt x="1508" y="6019"/>
                </a:moveTo>
                <a:lnTo>
                  <a:pt x="1508" y="0"/>
                </a:lnTo>
                <a:lnTo>
                  <a:pt x="0" y="0"/>
                </a:lnTo>
                <a:lnTo>
                  <a:pt x="0" y="6019"/>
                </a:lnTo>
                <a:lnTo>
                  <a:pt x="1508" y="6019"/>
                </a:lnTo>
                <a:close/>
              </a:path>
            </a:pathLst>
          </a:custGeom>
          <a:solidFill>
            <a:srgbClr val="000000"/>
          </a:solidFill>
        </p:spPr>
        <p:txBody>
          <a:bodyPr wrap="square" lIns="0" tIns="0" rIns="0" bIns="0" rtlCol="0"/>
          <a:lstStyle/>
          <a:p>
            <a:endParaRPr/>
          </a:p>
        </p:txBody>
      </p:sp>
      <p:sp>
        <p:nvSpPr>
          <p:cNvPr id="11" name="object 11"/>
          <p:cNvSpPr/>
          <p:nvPr/>
        </p:nvSpPr>
        <p:spPr>
          <a:xfrm>
            <a:off x="340692" y="979665"/>
            <a:ext cx="1905" cy="5080"/>
          </a:xfrm>
          <a:custGeom>
            <a:avLst/>
            <a:gdLst/>
            <a:ahLst/>
            <a:cxnLst/>
            <a:rect l="l" t="t" r="r" b="b"/>
            <a:pathLst>
              <a:path w="1904" h="5080">
                <a:moveTo>
                  <a:pt x="0" y="0"/>
                </a:moveTo>
                <a:lnTo>
                  <a:pt x="0" y="4508"/>
                </a:lnTo>
                <a:lnTo>
                  <a:pt x="1501" y="4508"/>
                </a:lnTo>
                <a:lnTo>
                  <a:pt x="1501" y="0"/>
                </a:lnTo>
                <a:lnTo>
                  <a:pt x="0" y="0"/>
                </a:lnTo>
                <a:close/>
              </a:path>
            </a:pathLst>
          </a:custGeom>
          <a:solidFill>
            <a:srgbClr val="000000"/>
          </a:solidFill>
        </p:spPr>
        <p:txBody>
          <a:bodyPr wrap="square" lIns="0" tIns="0" rIns="0" bIns="0" rtlCol="0"/>
          <a:lstStyle/>
          <a:p>
            <a:endParaRPr/>
          </a:p>
        </p:txBody>
      </p:sp>
      <p:sp>
        <p:nvSpPr>
          <p:cNvPr id="12" name="object 12"/>
          <p:cNvSpPr/>
          <p:nvPr/>
        </p:nvSpPr>
        <p:spPr>
          <a:xfrm>
            <a:off x="406839" y="1071372"/>
            <a:ext cx="1905" cy="3175"/>
          </a:xfrm>
          <a:custGeom>
            <a:avLst/>
            <a:gdLst/>
            <a:ahLst/>
            <a:cxnLst/>
            <a:rect l="l" t="t" r="r" b="b"/>
            <a:pathLst>
              <a:path w="1904" h="3175">
                <a:moveTo>
                  <a:pt x="1504" y="3009"/>
                </a:moveTo>
                <a:lnTo>
                  <a:pt x="1504" y="0"/>
                </a:lnTo>
                <a:lnTo>
                  <a:pt x="0" y="0"/>
                </a:lnTo>
                <a:lnTo>
                  <a:pt x="0" y="3009"/>
                </a:lnTo>
                <a:lnTo>
                  <a:pt x="1504" y="3009"/>
                </a:lnTo>
                <a:close/>
              </a:path>
            </a:pathLst>
          </a:custGeom>
          <a:solidFill>
            <a:srgbClr val="000000"/>
          </a:solidFill>
        </p:spPr>
        <p:txBody>
          <a:bodyPr wrap="square" lIns="0" tIns="0" rIns="0" bIns="0" rtlCol="0"/>
          <a:lstStyle/>
          <a:p>
            <a:endParaRPr/>
          </a:p>
        </p:txBody>
      </p:sp>
      <p:sp>
        <p:nvSpPr>
          <p:cNvPr id="13" name="object 13"/>
          <p:cNvSpPr/>
          <p:nvPr/>
        </p:nvSpPr>
        <p:spPr>
          <a:xfrm>
            <a:off x="328665" y="913523"/>
            <a:ext cx="1905" cy="3175"/>
          </a:xfrm>
          <a:custGeom>
            <a:avLst/>
            <a:gdLst/>
            <a:ahLst/>
            <a:cxnLst/>
            <a:rect l="l" t="t" r="r" b="b"/>
            <a:pathLst>
              <a:path w="1904" h="3175">
                <a:moveTo>
                  <a:pt x="0" y="0"/>
                </a:moveTo>
                <a:lnTo>
                  <a:pt x="0" y="2997"/>
                </a:lnTo>
                <a:lnTo>
                  <a:pt x="1508" y="2997"/>
                </a:lnTo>
                <a:lnTo>
                  <a:pt x="1508" y="0"/>
                </a:lnTo>
                <a:lnTo>
                  <a:pt x="0" y="0"/>
                </a:lnTo>
                <a:close/>
              </a:path>
            </a:pathLst>
          </a:custGeom>
          <a:solidFill>
            <a:srgbClr val="000000"/>
          </a:solidFill>
        </p:spPr>
        <p:txBody>
          <a:bodyPr wrap="square" lIns="0" tIns="0" rIns="0" bIns="0" rtlCol="0"/>
          <a:lstStyle/>
          <a:p>
            <a:endParaRPr/>
          </a:p>
        </p:txBody>
      </p:sp>
      <p:sp>
        <p:nvSpPr>
          <p:cNvPr id="14" name="object 14"/>
          <p:cNvSpPr/>
          <p:nvPr/>
        </p:nvSpPr>
        <p:spPr>
          <a:xfrm>
            <a:off x="164800" y="1086408"/>
            <a:ext cx="3175" cy="1905"/>
          </a:xfrm>
          <a:custGeom>
            <a:avLst/>
            <a:gdLst/>
            <a:ahLst/>
            <a:cxnLst/>
            <a:rect l="l" t="t" r="r" b="b"/>
            <a:pathLst>
              <a:path w="3175" h="1905">
                <a:moveTo>
                  <a:pt x="3006" y="1498"/>
                </a:moveTo>
                <a:lnTo>
                  <a:pt x="3006" y="0"/>
                </a:lnTo>
                <a:lnTo>
                  <a:pt x="0" y="0"/>
                </a:lnTo>
                <a:lnTo>
                  <a:pt x="0" y="1498"/>
                </a:lnTo>
                <a:lnTo>
                  <a:pt x="3006" y="1498"/>
                </a:lnTo>
                <a:close/>
              </a:path>
            </a:pathLst>
          </a:custGeom>
          <a:solidFill>
            <a:srgbClr val="000000"/>
          </a:solidFill>
        </p:spPr>
        <p:txBody>
          <a:bodyPr wrap="square" lIns="0" tIns="0" rIns="0" bIns="0" rtlCol="0"/>
          <a:lstStyle/>
          <a:p>
            <a:endParaRPr/>
          </a:p>
        </p:txBody>
      </p:sp>
      <p:sp>
        <p:nvSpPr>
          <p:cNvPr id="15" name="object 15"/>
          <p:cNvSpPr/>
          <p:nvPr/>
        </p:nvSpPr>
        <p:spPr>
          <a:xfrm>
            <a:off x="324154" y="991692"/>
            <a:ext cx="3175" cy="1905"/>
          </a:xfrm>
          <a:custGeom>
            <a:avLst/>
            <a:gdLst/>
            <a:ahLst/>
            <a:cxnLst/>
            <a:rect l="l" t="t" r="r" b="b"/>
            <a:pathLst>
              <a:path w="3175" h="1905">
                <a:moveTo>
                  <a:pt x="3006" y="0"/>
                </a:moveTo>
                <a:lnTo>
                  <a:pt x="0" y="0"/>
                </a:lnTo>
                <a:lnTo>
                  <a:pt x="0" y="1511"/>
                </a:lnTo>
                <a:lnTo>
                  <a:pt x="3006" y="1511"/>
                </a:lnTo>
                <a:lnTo>
                  <a:pt x="3006" y="0"/>
                </a:lnTo>
                <a:close/>
              </a:path>
            </a:pathLst>
          </a:custGeom>
          <a:solidFill>
            <a:srgbClr val="000000"/>
          </a:solidFill>
        </p:spPr>
        <p:txBody>
          <a:bodyPr wrap="square" lIns="0" tIns="0" rIns="0" bIns="0" rtlCol="0"/>
          <a:lstStyle/>
          <a:p>
            <a:endParaRPr/>
          </a:p>
        </p:txBody>
      </p:sp>
      <p:sp>
        <p:nvSpPr>
          <p:cNvPr id="16" name="object 16"/>
          <p:cNvSpPr/>
          <p:nvPr/>
        </p:nvSpPr>
        <p:spPr>
          <a:xfrm>
            <a:off x="421873" y="1092416"/>
            <a:ext cx="3175" cy="1905"/>
          </a:xfrm>
          <a:custGeom>
            <a:avLst/>
            <a:gdLst/>
            <a:ahLst/>
            <a:cxnLst/>
            <a:rect l="l" t="t" r="r" b="b"/>
            <a:pathLst>
              <a:path w="3175" h="1905">
                <a:moveTo>
                  <a:pt x="3006" y="0"/>
                </a:moveTo>
                <a:lnTo>
                  <a:pt x="0" y="0"/>
                </a:lnTo>
                <a:lnTo>
                  <a:pt x="0" y="1511"/>
                </a:lnTo>
                <a:lnTo>
                  <a:pt x="3006" y="1511"/>
                </a:lnTo>
                <a:lnTo>
                  <a:pt x="3006" y="0"/>
                </a:lnTo>
                <a:close/>
              </a:path>
            </a:pathLst>
          </a:custGeom>
          <a:solidFill>
            <a:srgbClr val="000000"/>
          </a:solidFill>
        </p:spPr>
        <p:txBody>
          <a:bodyPr wrap="square" lIns="0" tIns="0" rIns="0" bIns="0" rtlCol="0"/>
          <a:lstStyle/>
          <a:p>
            <a:endParaRPr/>
          </a:p>
        </p:txBody>
      </p:sp>
      <p:sp>
        <p:nvSpPr>
          <p:cNvPr id="17" name="object 17"/>
          <p:cNvSpPr/>
          <p:nvPr/>
        </p:nvSpPr>
        <p:spPr>
          <a:xfrm>
            <a:off x="360240" y="838352"/>
            <a:ext cx="1905" cy="1905"/>
          </a:xfrm>
          <a:custGeom>
            <a:avLst/>
            <a:gdLst/>
            <a:ahLst/>
            <a:cxnLst/>
            <a:rect l="l" t="t" r="r" b="b"/>
            <a:pathLst>
              <a:path w="1904" h="1905">
                <a:moveTo>
                  <a:pt x="1502" y="1498"/>
                </a:moveTo>
                <a:lnTo>
                  <a:pt x="1502" y="0"/>
                </a:lnTo>
                <a:lnTo>
                  <a:pt x="0" y="0"/>
                </a:lnTo>
                <a:lnTo>
                  <a:pt x="0" y="1498"/>
                </a:lnTo>
                <a:lnTo>
                  <a:pt x="1502" y="1498"/>
                </a:lnTo>
                <a:close/>
              </a:path>
            </a:pathLst>
          </a:custGeom>
          <a:solidFill>
            <a:srgbClr val="000000"/>
          </a:solidFill>
        </p:spPr>
        <p:txBody>
          <a:bodyPr wrap="square" lIns="0" tIns="0" rIns="0" bIns="0" rtlCol="0"/>
          <a:lstStyle/>
          <a:p>
            <a:endParaRPr/>
          </a:p>
        </p:txBody>
      </p:sp>
      <p:sp>
        <p:nvSpPr>
          <p:cNvPr id="18" name="object 18"/>
          <p:cNvSpPr/>
          <p:nvPr/>
        </p:nvSpPr>
        <p:spPr>
          <a:xfrm>
            <a:off x="215913" y="969149"/>
            <a:ext cx="1905" cy="1905"/>
          </a:xfrm>
          <a:custGeom>
            <a:avLst/>
            <a:gdLst/>
            <a:ahLst/>
            <a:cxnLst/>
            <a:rect l="l" t="t" r="r" b="b"/>
            <a:pathLst>
              <a:path w="1904" h="1905">
                <a:moveTo>
                  <a:pt x="1504" y="0"/>
                </a:moveTo>
                <a:lnTo>
                  <a:pt x="0" y="0"/>
                </a:lnTo>
                <a:lnTo>
                  <a:pt x="0" y="1498"/>
                </a:lnTo>
                <a:lnTo>
                  <a:pt x="1504" y="1498"/>
                </a:lnTo>
                <a:lnTo>
                  <a:pt x="1504" y="0"/>
                </a:lnTo>
                <a:close/>
              </a:path>
            </a:pathLst>
          </a:custGeom>
          <a:solidFill>
            <a:srgbClr val="000000"/>
          </a:solidFill>
        </p:spPr>
        <p:txBody>
          <a:bodyPr wrap="square" lIns="0" tIns="0" rIns="0" bIns="0" rtlCol="0"/>
          <a:lstStyle/>
          <a:p>
            <a:endParaRPr/>
          </a:p>
        </p:txBody>
      </p:sp>
      <p:sp>
        <p:nvSpPr>
          <p:cNvPr id="19" name="object 19"/>
          <p:cNvSpPr/>
          <p:nvPr/>
        </p:nvSpPr>
        <p:spPr>
          <a:xfrm>
            <a:off x="324154" y="972147"/>
            <a:ext cx="1905" cy="1905"/>
          </a:xfrm>
          <a:custGeom>
            <a:avLst/>
            <a:gdLst/>
            <a:ahLst/>
            <a:cxnLst/>
            <a:rect l="l" t="t" r="r" b="b"/>
            <a:pathLst>
              <a:path w="1904" h="1905">
                <a:moveTo>
                  <a:pt x="1504" y="0"/>
                </a:moveTo>
                <a:lnTo>
                  <a:pt x="0" y="0"/>
                </a:lnTo>
                <a:lnTo>
                  <a:pt x="0" y="1511"/>
                </a:lnTo>
                <a:lnTo>
                  <a:pt x="1504" y="1511"/>
                </a:lnTo>
                <a:lnTo>
                  <a:pt x="1504" y="0"/>
                </a:lnTo>
                <a:close/>
              </a:path>
            </a:pathLst>
          </a:custGeom>
          <a:solidFill>
            <a:srgbClr val="000000"/>
          </a:solidFill>
        </p:spPr>
        <p:txBody>
          <a:bodyPr wrap="square" lIns="0" tIns="0" rIns="0" bIns="0" rtlCol="0"/>
          <a:lstStyle/>
          <a:p>
            <a:endParaRPr/>
          </a:p>
        </p:txBody>
      </p:sp>
      <p:sp>
        <p:nvSpPr>
          <p:cNvPr id="20" name="object 20"/>
          <p:cNvSpPr/>
          <p:nvPr/>
        </p:nvSpPr>
        <p:spPr>
          <a:xfrm>
            <a:off x="190353" y="982675"/>
            <a:ext cx="1905" cy="1905"/>
          </a:xfrm>
          <a:custGeom>
            <a:avLst/>
            <a:gdLst/>
            <a:ahLst/>
            <a:cxnLst/>
            <a:rect l="l" t="t" r="r" b="b"/>
            <a:pathLst>
              <a:path w="1905" h="1905">
                <a:moveTo>
                  <a:pt x="1507" y="0"/>
                </a:moveTo>
                <a:lnTo>
                  <a:pt x="0" y="0"/>
                </a:lnTo>
                <a:lnTo>
                  <a:pt x="0" y="1498"/>
                </a:lnTo>
                <a:lnTo>
                  <a:pt x="1507" y="1498"/>
                </a:lnTo>
                <a:lnTo>
                  <a:pt x="1507" y="0"/>
                </a:lnTo>
                <a:close/>
              </a:path>
            </a:pathLst>
          </a:custGeom>
          <a:solidFill>
            <a:srgbClr val="000000"/>
          </a:solidFill>
        </p:spPr>
        <p:txBody>
          <a:bodyPr wrap="square" lIns="0" tIns="0" rIns="0" bIns="0" rtlCol="0"/>
          <a:lstStyle/>
          <a:p>
            <a:endParaRPr/>
          </a:p>
        </p:txBody>
      </p:sp>
      <p:sp>
        <p:nvSpPr>
          <p:cNvPr id="21" name="object 21"/>
          <p:cNvSpPr/>
          <p:nvPr/>
        </p:nvSpPr>
        <p:spPr>
          <a:xfrm>
            <a:off x="342193" y="958621"/>
            <a:ext cx="1905" cy="1905"/>
          </a:xfrm>
          <a:custGeom>
            <a:avLst/>
            <a:gdLst/>
            <a:ahLst/>
            <a:cxnLst/>
            <a:rect l="l" t="t" r="r" b="b"/>
            <a:pathLst>
              <a:path w="1904" h="1905">
                <a:moveTo>
                  <a:pt x="1504" y="0"/>
                </a:moveTo>
                <a:lnTo>
                  <a:pt x="0" y="0"/>
                </a:lnTo>
                <a:lnTo>
                  <a:pt x="0" y="1498"/>
                </a:lnTo>
                <a:lnTo>
                  <a:pt x="1504" y="1498"/>
                </a:lnTo>
                <a:lnTo>
                  <a:pt x="1504" y="0"/>
                </a:lnTo>
                <a:close/>
              </a:path>
            </a:pathLst>
          </a:custGeom>
          <a:solidFill>
            <a:srgbClr val="000000"/>
          </a:solidFill>
        </p:spPr>
        <p:txBody>
          <a:bodyPr wrap="square" lIns="0" tIns="0" rIns="0" bIns="0" rtlCol="0"/>
          <a:lstStyle/>
          <a:p>
            <a:endParaRPr/>
          </a:p>
        </p:txBody>
      </p:sp>
      <p:sp>
        <p:nvSpPr>
          <p:cNvPr id="22" name="object 22"/>
          <p:cNvSpPr/>
          <p:nvPr/>
        </p:nvSpPr>
        <p:spPr>
          <a:xfrm>
            <a:off x="270032" y="872934"/>
            <a:ext cx="1905" cy="1905"/>
          </a:xfrm>
          <a:custGeom>
            <a:avLst/>
            <a:gdLst/>
            <a:ahLst/>
            <a:cxnLst/>
            <a:rect l="l" t="t" r="r" b="b"/>
            <a:pathLst>
              <a:path w="1904" h="1905">
                <a:moveTo>
                  <a:pt x="1508" y="1498"/>
                </a:moveTo>
                <a:lnTo>
                  <a:pt x="1508" y="0"/>
                </a:lnTo>
                <a:lnTo>
                  <a:pt x="0" y="0"/>
                </a:lnTo>
                <a:lnTo>
                  <a:pt x="0" y="1498"/>
                </a:lnTo>
                <a:lnTo>
                  <a:pt x="1508" y="1498"/>
                </a:lnTo>
                <a:close/>
              </a:path>
            </a:pathLst>
          </a:custGeom>
          <a:solidFill>
            <a:srgbClr val="000000"/>
          </a:solidFill>
        </p:spPr>
        <p:txBody>
          <a:bodyPr wrap="square" lIns="0" tIns="0" rIns="0" bIns="0" rtlCol="0"/>
          <a:lstStyle/>
          <a:p>
            <a:endParaRPr/>
          </a:p>
        </p:txBody>
      </p:sp>
      <p:sp>
        <p:nvSpPr>
          <p:cNvPr id="23" name="object 23"/>
          <p:cNvSpPr/>
          <p:nvPr/>
        </p:nvSpPr>
        <p:spPr>
          <a:xfrm>
            <a:off x="185846" y="987183"/>
            <a:ext cx="1905" cy="1905"/>
          </a:xfrm>
          <a:custGeom>
            <a:avLst/>
            <a:gdLst/>
            <a:ahLst/>
            <a:cxnLst/>
            <a:rect l="l" t="t" r="r" b="b"/>
            <a:pathLst>
              <a:path w="1905" h="1905">
                <a:moveTo>
                  <a:pt x="1507" y="0"/>
                </a:moveTo>
                <a:lnTo>
                  <a:pt x="0" y="0"/>
                </a:lnTo>
                <a:lnTo>
                  <a:pt x="0" y="1498"/>
                </a:lnTo>
                <a:lnTo>
                  <a:pt x="1507" y="1498"/>
                </a:lnTo>
                <a:lnTo>
                  <a:pt x="1507" y="0"/>
                </a:lnTo>
                <a:close/>
              </a:path>
            </a:pathLst>
          </a:custGeom>
          <a:solidFill>
            <a:srgbClr val="000000"/>
          </a:solidFill>
        </p:spPr>
        <p:txBody>
          <a:bodyPr wrap="square" lIns="0" tIns="0" rIns="0" bIns="0" rtlCol="0"/>
          <a:lstStyle/>
          <a:p>
            <a:endParaRPr/>
          </a:p>
        </p:txBody>
      </p:sp>
      <p:sp>
        <p:nvSpPr>
          <p:cNvPr id="24" name="object 24"/>
          <p:cNvSpPr/>
          <p:nvPr/>
        </p:nvSpPr>
        <p:spPr>
          <a:xfrm>
            <a:off x="273042" y="878941"/>
            <a:ext cx="1905" cy="1905"/>
          </a:xfrm>
          <a:custGeom>
            <a:avLst/>
            <a:gdLst/>
            <a:ahLst/>
            <a:cxnLst/>
            <a:rect l="l" t="t" r="r" b="b"/>
            <a:pathLst>
              <a:path w="1904" h="1905">
                <a:moveTo>
                  <a:pt x="1504" y="0"/>
                </a:moveTo>
                <a:lnTo>
                  <a:pt x="0" y="0"/>
                </a:lnTo>
                <a:lnTo>
                  <a:pt x="0" y="1511"/>
                </a:lnTo>
                <a:lnTo>
                  <a:pt x="1504" y="1511"/>
                </a:lnTo>
                <a:lnTo>
                  <a:pt x="1504" y="0"/>
                </a:lnTo>
                <a:close/>
              </a:path>
            </a:pathLst>
          </a:custGeom>
          <a:solidFill>
            <a:srgbClr val="000000"/>
          </a:solidFill>
        </p:spPr>
        <p:txBody>
          <a:bodyPr wrap="square" lIns="0" tIns="0" rIns="0" bIns="0" rtlCol="0"/>
          <a:lstStyle/>
          <a:p>
            <a:endParaRPr/>
          </a:p>
        </p:txBody>
      </p:sp>
      <p:sp>
        <p:nvSpPr>
          <p:cNvPr id="25" name="object 25"/>
          <p:cNvSpPr/>
          <p:nvPr/>
        </p:nvSpPr>
        <p:spPr>
          <a:xfrm>
            <a:off x="309121" y="883450"/>
            <a:ext cx="1905" cy="1905"/>
          </a:xfrm>
          <a:custGeom>
            <a:avLst/>
            <a:gdLst/>
            <a:ahLst/>
            <a:cxnLst/>
            <a:rect l="l" t="t" r="r" b="b"/>
            <a:pathLst>
              <a:path w="1904" h="1905">
                <a:moveTo>
                  <a:pt x="1507" y="1498"/>
                </a:moveTo>
                <a:lnTo>
                  <a:pt x="1507" y="0"/>
                </a:lnTo>
                <a:lnTo>
                  <a:pt x="0" y="0"/>
                </a:lnTo>
                <a:lnTo>
                  <a:pt x="0" y="1498"/>
                </a:lnTo>
                <a:lnTo>
                  <a:pt x="1507" y="1498"/>
                </a:lnTo>
                <a:close/>
              </a:path>
            </a:pathLst>
          </a:custGeom>
          <a:solidFill>
            <a:srgbClr val="000000"/>
          </a:solidFill>
        </p:spPr>
        <p:txBody>
          <a:bodyPr wrap="square" lIns="0" tIns="0" rIns="0" bIns="0" rtlCol="0"/>
          <a:lstStyle/>
          <a:p>
            <a:endParaRPr/>
          </a:p>
        </p:txBody>
      </p:sp>
      <p:sp>
        <p:nvSpPr>
          <p:cNvPr id="26" name="object 26"/>
          <p:cNvSpPr/>
          <p:nvPr/>
        </p:nvSpPr>
        <p:spPr>
          <a:xfrm>
            <a:off x="346704" y="1008227"/>
            <a:ext cx="1905" cy="1905"/>
          </a:xfrm>
          <a:custGeom>
            <a:avLst/>
            <a:gdLst/>
            <a:ahLst/>
            <a:cxnLst/>
            <a:rect l="l" t="t" r="r" b="b"/>
            <a:pathLst>
              <a:path w="1904" h="1905">
                <a:moveTo>
                  <a:pt x="1508" y="1498"/>
                </a:moveTo>
                <a:lnTo>
                  <a:pt x="1508" y="0"/>
                </a:lnTo>
                <a:lnTo>
                  <a:pt x="0" y="0"/>
                </a:lnTo>
                <a:lnTo>
                  <a:pt x="0" y="1498"/>
                </a:lnTo>
                <a:lnTo>
                  <a:pt x="1508" y="1498"/>
                </a:lnTo>
                <a:close/>
              </a:path>
            </a:pathLst>
          </a:custGeom>
          <a:solidFill>
            <a:srgbClr val="000000"/>
          </a:solidFill>
        </p:spPr>
        <p:txBody>
          <a:bodyPr wrap="square" lIns="0" tIns="0" rIns="0" bIns="0" rtlCol="0"/>
          <a:lstStyle/>
          <a:p>
            <a:endParaRPr/>
          </a:p>
        </p:txBody>
      </p:sp>
      <p:sp>
        <p:nvSpPr>
          <p:cNvPr id="27" name="object 27"/>
          <p:cNvSpPr/>
          <p:nvPr/>
        </p:nvSpPr>
        <p:spPr>
          <a:xfrm>
            <a:off x="236959" y="1017257"/>
            <a:ext cx="1905" cy="1905"/>
          </a:xfrm>
          <a:custGeom>
            <a:avLst/>
            <a:gdLst/>
            <a:ahLst/>
            <a:cxnLst/>
            <a:rect l="l" t="t" r="r" b="b"/>
            <a:pathLst>
              <a:path w="1904" h="1905">
                <a:moveTo>
                  <a:pt x="1508" y="0"/>
                </a:moveTo>
                <a:lnTo>
                  <a:pt x="0" y="0"/>
                </a:lnTo>
                <a:lnTo>
                  <a:pt x="0" y="1498"/>
                </a:lnTo>
                <a:lnTo>
                  <a:pt x="1508" y="1498"/>
                </a:lnTo>
                <a:lnTo>
                  <a:pt x="1508" y="0"/>
                </a:lnTo>
                <a:close/>
              </a:path>
            </a:pathLst>
          </a:custGeom>
          <a:solidFill>
            <a:srgbClr val="000000"/>
          </a:solidFill>
        </p:spPr>
        <p:txBody>
          <a:bodyPr wrap="square" lIns="0" tIns="0" rIns="0" bIns="0" rtlCol="0"/>
          <a:lstStyle/>
          <a:p>
            <a:endParaRPr/>
          </a:p>
        </p:txBody>
      </p:sp>
      <p:sp>
        <p:nvSpPr>
          <p:cNvPr id="28" name="object 28"/>
          <p:cNvSpPr/>
          <p:nvPr/>
        </p:nvSpPr>
        <p:spPr>
          <a:xfrm>
            <a:off x="340692" y="886460"/>
            <a:ext cx="1905" cy="1905"/>
          </a:xfrm>
          <a:custGeom>
            <a:avLst/>
            <a:gdLst/>
            <a:ahLst/>
            <a:cxnLst/>
            <a:rect l="l" t="t" r="r" b="b"/>
            <a:pathLst>
              <a:path w="1904" h="1905">
                <a:moveTo>
                  <a:pt x="1501" y="1498"/>
                </a:moveTo>
                <a:lnTo>
                  <a:pt x="1501" y="0"/>
                </a:lnTo>
                <a:lnTo>
                  <a:pt x="0" y="0"/>
                </a:lnTo>
                <a:lnTo>
                  <a:pt x="0" y="1498"/>
                </a:lnTo>
                <a:lnTo>
                  <a:pt x="1501" y="1498"/>
                </a:lnTo>
                <a:close/>
              </a:path>
            </a:pathLst>
          </a:custGeom>
          <a:solidFill>
            <a:srgbClr val="000000"/>
          </a:solidFill>
        </p:spPr>
        <p:txBody>
          <a:bodyPr wrap="square" lIns="0" tIns="0" rIns="0" bIns="0" rtlCol="0"/>
          <a:lstStyle/>
          <a:p>
            <a:endParaRPr/>
          </a:p>
        </p:txBody>
      </p:sp>
      <p:sp>
        <p:nvSpPr>
          <p:cNvPr id="29" name="object 29"/>
          <p:cNvSpPr/>
          <p:nvPr/>
        </p:nvSpPr>
        <p:spPr>
          <a:xfrm>
            <a:off x="340692" y="896975"/>
            <a:ext cx="1905" cy="1905"/>
          </a:xfrm>
          <a:custGeom>
            <a:avLst/>
            <a:gdLst/>
            <a:ahLst/>
            <a:cxnLst/>
            <a:rect l="l" t="t" r="r" b="b"/>
            <a:pathLst>
              <a:path w="1904" h="1905">
                <a:moveTo>
                  <a:pt x="1501" y="1511"/>
                </a:moveTo>
                <a:lnTo>
                  <a:pt x="1501" y="0"/>
                </a:lnTo>
                <a:lnTo>
                  <a:pt x="0" y="0"/>
                </a:lnTo>
                <a:lnTo>
                  <a:pt x="0" y="1511"/>
                </a:lnTo>
                <a:lnTo>
                  <a:pt x="1501" y="1511"/>
                </a:lnTo>
                <a:close/>
              </a:path>
            </a:pathLst>
          </a:custGeom>
          <a:solidFill>
            <a:srgbClr val="000000"/>
          </a:solidFill>
        </p:spPr>
        <p:txBody>
          <a:bodyPr wrap="square" lIns="0" tIns="0" rIns="0" bIns="0" rtlCol="0"/>
          <a:lstStyle/>
          <a:p>
            <a:endParaRPr/>
          </a:p>
        </p:txBody>
      </p:sp>
      <p:sp>
        <p:nvSpPr>
          <p:cNvPr id="30" name="object 30"/>
          <p:cNvSpPr/>
          <p:nvPr/>
        </p:nvSpPr>
        <p:spPr>
          <a:xfrm>
            <a:off x="250494" y="1017257"/>
            <a:ext cx="1905" cy="1905"/>
          </a:xfrm>
          <a:custGeom>
            <a:avLst/>
            <a:gdLst/>
            <a:ahLst/>
            <a:cxnLst/>
            <a:rect l="l" t="t" r="r" b="b"/>
            <a:pathLst>
              <a:path w="1904" h="1905">
                <a:moveTo>
                  <a:pt x="1501" y="0"/>
                </a:moveTo>
                <a:lnTo>
                  <a:pt x="0" y="0"/>
                </a:lnTo>
                <a:lnTo>
                  <a:pt x="0" y="1498"/>
                </a:lnTo>
                <a:lnTo>
                  <a:pt x="1501" y="1498"/>
                </a:lnTo>
                <a:lnTo>
                  <a:pt x="1501" y="0"/>
                </a:lnTo>
                <a:close/>
              </a:path>
            </a:pathLst>
          </a:custGeom>
          <a:solidFill>
            <a:srgbClr val="000000"/>
          </a:solidFill>
        </p:spPr>
        <p:txBody>
          <a:bodyPr wrap="square" lIns="0" tIns="0" rIns="0" bIns="0" rtlCol="0"/>
          <a:lstStyle/>
          <a:p>
            <a:endParaRPr/>
          </a:p>
        </p:txBody>
      </p:sp>
      <p:sp>
        <p:nvSpPr>
          <p:cNvPr id="31" name="object 31"/>
          <p:cNvSpPr/>
          <p:nvPr/>
        </p:nvSpPr>
        <p:spPr>
          <a:xfrm>
            <a:off x="283568" y="906005"/>
            <a:ext cx="1905" cy="1905"/>
          </a:xfrm>
          <a:custGeom>
            <a:avLst/>
            <a:gdLst/>
            <a:ahLst/>
            <a:cxnLst/>
            <a:rect l="l" t="t" r="r" b="b"/>
            <a:pathLst>
              <a:path w="1904" h="1905">
                <a:moveTo>
                  <a:pt x="1497" y="1498"/>
                </a:moveTo>
                <a:lnTo>
                  <a:pt x="1497" y="0"/>
                </a:lnTo>
                <a:lnTo>
                  <a:pt x="0" y="0"/>
                </a:lnTo>
                <a:lnTo>
                  <a:pt x="0" y="1498"/>
                </a:lnTo>
                <a:lnTo>
                  <a:pt x="1497" y="1498"/>
                </a:lnTo>
                <a:close/>
              </a:path>
            </a:pathLst>
          </a:custGeom>
          <a:solidFill>
            <a:srgbClr val="000000"/>
          </a:solidFill>
        </p:spPr>
        <p:txBody>
          <a:bodyPr wrap="square" lIns="0" tIns="0" rIns="0" bIns="0" rtlCol="0"/>
          <a:lstStyle/>
          <a:p>
            <a:endParaRPr/>
          </a:p>
        </p:txBody>
      </p:sp>
      <p:sp>
        <p:nvSpPr>
          <p:cNvPr id="32" name="object 32"/>
          <p:cNvSpPr/>
          <p:nvPr/>
        </p:nvSpPr>
        <p:spPr>
          <a:xfrm>
            <a:off x="363240" y="1030782"/>
            <a:ext cx="1905" cy="1905"/>
          </a:xfrm>
          <a:custGeom>
            <a:avLst/>
            <a:gdLst/>
            <a:ahLst/>
            <a:cxnLst/>
            <a:rect l="l" t="t" r="r" b="b"/>
            <a:pathLst>
              <a:path w="1904" h="1905">
                <a:moveTo>
                  <a:pt x="1507" y="1498"/>
                </a:moveTo>
                <a:lnTo>
                  <a:pt x="1507" y="0"/>
                </a:lnTo>
                <a:lnTo>
                  <a:pt x="0" y="0"/>
                </a:lnTo>
                <a:lnTo>
                  <a:pt x="0" y="1498"/>
                </a:lnTo>
                <a:lnTo>
                  <a:pt x="1507" y="1498"/>
                </a:lnTo>
                <a:close/>
              </a:path>
            </a:pathLst>
          </a:custGeom>
          <a:solidFill>
            <a:srgbClr val="000000"/>
          </a:solidFill>
        </p:spPr>
        <p:txBody>
          <a:bodyPr wrap="square" lIns="0" tIns="0" rIns="0" bIns="0" rtlCol="0"/>
          <a:lstStyle/>
          <a:p>
            <a:endParaRPr/>
          </a:p>
        </p:txBody>
      </p:sp>
      <p:sp>
        <p:nvSpPr>
          <p:cNvPr id="33" name="object 33"/>
          <p:cNvSpPr/>
          <p:nvPr/>
        </p:nvSpPr>
        <p:spPr>
          <a:xfrm>
            <a:off x="408344" y="1032281"/>
            <a:ext cx="1905" cy="1905"/>
          </a:xfrm>
          <a:custGeom>
            <a:avLst/>
            <a:gdLst/>
            <a:ahLst/>
            <a:cxnLst/>
            <a:rect l="l" t="t" r="r" b="b"/>
            <a:pathLst>
              <a:path w="1904" h="1905">
                <a:moveTo>
                  <a:pt x="1501" y="1511"/>
                </a:moveTo>
                <a:lnTo>
                  <a:pt x="1501" y="0"/>
                </a:lnTo>
                <a:lnTo>
                  <a:pt x="0" y="0"/>
                </a:lnTo>
                <a:lnTo>
                  <a:pt x="0" y="1511"/>
                </a:lnTo>
                <a:lnTo>
                  <a:pt x="1501" y="1511"/>
                </a:lnTo>
                <a:close/>
              </a:path>
            </a:pathLst>
          </a:custGeom>
          <a:solidFill>
            <a:srgbClr val="000000"/>
          </a:solidFill>
        </p:spPr>
        <p:txBody>
          <a:bodyPr wrap="square" lIns="0" tIns="0" rIns="0" bIns="0" rtlCol="0"/>
          <a:lstStyle/>
          <a:p>
            <a:endParaRPr/>
          </a:p>
        </p:txBody>
      </p:sp>
      <p:sp>
        <p:nvSpPr>
          <p:cNvPr id="34" name="object 34"/>
          <p:cNvSpPr/>
          <p:nvPr/>
        </p:nvSpPr>
        <p:spPr>
          <a:xfrm>
            <a:off x="355727" y="1036790"/>
            <a:ext cx="1905" cy="1905"/>
          </a:xfrm>
          <a:custGeom>
            <a:avLst/>
            <a:gdLst/>
            <a:ahLst/>
            <a:cxnLst/>
            <a:rect l="l" t="t" r="r" b="b"/>
            <a:pathLst>
              <a:path w="1904" h="1905">
                <a:moveTo>
                  <a:pt x="1504" y="1511"/>
                </a:moveTo>
                <a:lnTo>
                  <a:pt x="1504" y="0"/>
                </a:lnTo>
                <a:lnTo>
                  <a:pt x="0" y="0"/>
                </a:lnTo>
                <a:lnTo>
                  <a:pt x="0" y="1511"/>
                </a:lnTo>
                <a:lnTo>
                  <a:pt x="1504" y="1511"/>
                </a:lnTo>
                <a:close/>
              </a:path>
            </a:pathLst>
          </a:custGeom>
          <a:solidFill>
            <a:srgbClr val="000000"/>
          </a:solidFill>
        </p:spPr>
        <p:txBody>
          <a:bodyPr wrap="square" lIns="0" tIns="0" rIns="0" bIns="0" rtlCol="0"/>
          <a:lstStyle/>
          <a:p>
            <a:endParaRPr/>
          </a:p>
        </p:txBody>
      </p:sp>
      <p:sp>
        <p:nvSpPr>
          <p:cNvPr id="35" name="object 35"/>
          <p:cNvSpPr/>
          <p:nvPr/>
        </p:nvSpPr>
        <p:spPr>
          <a:xfrm>
            <a:off x="354222" y="913523"/>
            <a:ext cx="1905" cy="1905"/>
          </a:xfrm>
          <a:custGeom>
            <a:avLst/>
            <a:gdLst/>
            <a:ahLst/>
            <a:cxnLst/>
            <a:rect l="l" t="t" r="r" b="b"/>
            <a:pathLst>
              <a:path w="1904" h="1905">
                <a:moveTo>
                  <a:pt x="1504" y="1498"/>
                </a:moveTo>
                <a:lnTo>
                  <a:pt x="1504" y="0"/>
                </a:lnTo>
                <a:lnTo>
                  <a:pt x="0" y="0"/>
                </a:lnTo>
                <a:lnTo>
                  <a:pt x="0" y="1498"/>
                </a:lnTo>
                <a:lnTo>
                  <a:pt x="1504" y="1498"/>
                </a:lnTo>
                <a:close/>
              </a:path>
            </a:pathLst>
          </a:custGeom>
          <a:solidFill>
            <a:srgbClr val="000000"/>
          </a:solidFill>
        </p:spPr>
        <p:txBody>
          <a:bodyPr wrap="square" lIns="0" tIns="0" rIns="0" bIns="0" rtlCol="0"/>
          <a:lstStyle/>
          <a:p>
            <a:endParaRPr/>
          </a:p>
        </p:txBody>
      </p:sp>
      <p:sp>
        <p:nvSpPr>
          <p:cNvPr id="36" name="object 36"/>
          <p:cNvSpPr/>
          <p:nvPr/>
        </p:nvSpPr>
        <p:spPr>
          <a:xfrm>
            <a:off x="255002" y="915022"/>
            <a:ext cx="1905" cy="1905"/>
          </a:xfrm>
          <a:custGeom>
            <a:avLst/>
            <a:gdLst/>
            <a:ahLst/>
            <a:cxnLst/>
            <a:rect l="l" t="t" r="r" b="b"/>
            <a:pathLst>
              <a:path w="1904" h="1905">
                <a:moveTo>
                  <a:pt x="1504" y="0"/>
                </a:moveTo>
                <a:lnTo>
                  <a:pt x="0" y="0"/>
                </a:lnTo>
                <a:lnTo>
                  <a:pt x="0" y="1498"/>
                </a:lnTo>
                <a:lnTo>
                  <a:pt x="1504" y="1498"/>
                </a:lnTo>
                <a:lnTo>
                  <a:pt x="1504" y="0"/>
                </a:lnTo>
                <a:close/>
              </a:path>
            </a:pathLst>
          </a:custGeom>
          <a:solidFill>
            <a:srgbClr val="000000"/>
          </a:solidFill>
        </p:spPr>
        <p:txBody>
          <a:bodyPr wrap="square" lIns="0" tIns="0" rIns="0" bIns="0" rtlCol="0"/>
          <a:lstStyle/>
          <a:p>
            <a:endParaRPr/>
          </a:p>
        </p:txBody>
      </p:sp>
      <p:sp>
        <p:nvSpPr>
          <p:cNvPr id="37" name="object 37"/>
          <p:cNvSpPr/>
          <p:nvPr/>
        </p:nvSpPr>
        <p:spPr>
          <a:xfrm>
            <a:off x="354222" y="919530"/>
            <a:ext cx="1905" cy="1905"/>
          </a:xfrm>
          <a:custGeom>
            <a:avLst/>
            <a:gdLst/>
            <a:ahLst/>
            <a:cxnLst/>
            <a:rect l="l" t="t" r="r" b="b"/>
            <a:pathLst>
              <a:path w="1904" h="1905">
                <a:moveTo>
                  <a:pt x="1504" y="0"/>
                </a:moveTo>
                <a:lnTo>
                  <a:pt x="0" y="0"/>
                </a:lnTo>
                <a:lnTo>
                  <a:pt x="0" y="1498"/>
                </a:lnTo>
                <a:lnTo>
                  <a:pt x="1504" y="1498"/>
                </a:lnTo>
                <a:lnTo>
                  <a:pt x="1504" y="0"/>
                </a:lnTo>
                <a:close/>
              </a:path>
            </a:pathLst>
          </a:custGeom>
          <a:solidFill>
            <a:srgbClr val="000000"/>
          </a:solidFill>
        </p:spPr>
        <p:txBody>
          <a:bodyPr wrap="square" lIns="0" tIns="0" rIns="0" bIns="0" rtlCol="0"/>
          <a:lstStyle/>
          <a:p>
            <a:endParaRPr/>
          </a:p>
        </p:txBody>
      </p:sp>
      <p:sp>
        <p:nvSpPr>
          <p:cNvPr id="38" name="object 38"/>
          <p:cNvSpPr/>
          <p:nvPr/>
        </p:nvSpPr>
        <p:spPr>
          <a:xfrm>
            <a:off x="363240" y="919530"/>
            <a:ext cx="1905" cy="1905"/>
          </a:xfrm>
          <a:custGeom>
            <a:avLst/>
            <a:gdLst/>
            <a:ahLst/>
            <a:cxnLst/>
            <a:rect l="l" t="t" r="r" b="b"/>
            <a:pathLst>
              <a:path w="1904" h="1905">
                <a:moveTo>
                  <a:pt x="1507" y="1498"/>
                </a:moveTo>
                <a:lnTo>
                  <a:pt x="1507" y="0"/>
                </a:lnTo>
                <a:lnTo>
                  <a:pt x="0" y="0"/>
                </a:lnTo>
                <a:lnTo>
                  <a:pt x="0" y="1498"/>
                </a:lnTo>
                <a:lnTo>
                  <a:pt x="1507" y="1498"/>
                </a:lnTo>
                <a:close/>
              </a:path>
            </a:pathLst>
          </a:custGeom>
          <a:solidFill>
            <a:srgbClr val="000000"/>
          </a:solidFill>
        </p:spPr>
        <p:txBody>
          <a:bodyPr wrap="square" lIns="0" tIns="0" rIns="0" bIns="0" rtlCol="0"/>
          <a:lstStyle/>
          <a:p>
            <a:endParaRPr/>
          </a:p>
        </p:txBody>
      </p:sp>
      <p:sp>
        <p:nvSpPr>
          <p:cNvPr id="39" name="object 39"/>
          <p:cNvSpPr/>
          <p:nvPr/>
        </p:nvSpPr>
        <p:spPr>
          <a:xfrm>
            <a:off x="370760" y="1036790"/>
            <a:ext cx="1905" cy="1905"/>
          </a:xfrm>
          <a:custGeom>
            <a:avLst/>
            <a:gdLst/>
            <a:ahLst/>
            <a:cxnLst/>
            <a:rect l="l" t="t" r="r" b="b"/>
            <a:pathLst>
              <a:path w="1904" h="1905">
                <a:moveTo>
                  <a:pt x="1498" y="1511"/>
                </a:moveTo>
                <a:lnTo>
                  <a:pt x="1498" y="0"/>
                </a:lnTo>
                <a:lnTo>
                  <a:pt x="0" y="0"/>
                </a:lnTo>
                <a:lnTo>
                  <a:pt x="0" y="1511"/>
                </a:lnTo>
                <a:lnTo>
                  <a:pt x="1498" y="1511"/>
                </a:lnTo>
                <a:close/>
              </a:path>
            </a:pathLst>
          </a:custGeom>
          <a:solidFill>
            <a:srgbClr val="000000"/>
          </a:solidFill>
        </p:spPr>
        <p:txBody>
          <a:bodyPr wrap="square" lIns="0" tIns="0" rIns="0" bIns="0" rtlCol="0"/>
          <a:lstStyle/>
          <a:p>
            <a:endParaRPr/>
          </a:p>
        </p:txBody>
      </p:sp>
      <p:sp>
        <p:nvSpPr>
          <p:cNvPr id="40" name="object 40"/>
          <p:cNvSpPr/>
          <p:nvPr/>
        </p:nvSpPr>
        <p:spPr>
          <a:xfrm>
            <a:off x="421873" y="1057833"/>
            <a:ext cx="1905" cy="1905"/>
          </a:xfrm>
          <a:custGeom>
            <a:avLst/>
            <a:gdLst/>
            <a:ahLst/>
            <a:cxnLst/>
            <a:rect l="l" t="t" r="r" b="b"/>
            <a:pathLst>
              <a:path w="1904" h="1905">
                <a:moveTo>
                  <a:pt x="1507" y="1511"/>
                </a:moveTo>
                <a:lnTo>
                  <a:pt x="1507" y="0"/>
                </a:lnTo>
                <a:lnTo>
                  <a:pt x="0" y="0"/>
                </a:lnTo>
                <a:lnTo>
                  <a:pt x="0" y="1511"/>
                </a:lnTo>
                <a:lnTo>
                  <a:pt x="1507" y="1511"/>
                </a:lnTo>
                <a:close/>
              </a:path>
            </a:pathLst>
          </a:custGeom>
          <a:solidFill>
            <a:srgbClr val="000000"/>
          </a:solidFill>
        </p:spPr>
        <p:txBody>
          <a:bodyPr wrap="square" lIns="0" tIns="0" rIns="0" bIns="0" rtlCol="0"/>
          <a:lstStyle/>
          <a:p>
            <a:endParaRPr/>
          </a:p>
        </p:txBody>
      </p:sp>
      <p:sp>
        <p:nvSpPr>
          <p:cNvPr id="41" name="object 41"/>
          <p:cNvSpPr/>
          <p:nvPr/>
        </p:nvSpPr>
        <p:spPr>
          <a:xfrm>
            <a:off x="345199" y="922540"/>
            <a:ext cx="1905" cy="1905"/>
          </a:xfrm>
          <a:custGeom>
            <a:avLst/>
            <a:gdLst/>
            <a:ahLst/>
            <a:cxnLst/>
            <a:rect l="l" t="t" r="r" b="b"/>
            <a:pathLst>
              <a:path w="1904" h="1905">
                <a:moveTo>
                  <a:pt x="1504" y="1498"/>
                </a:moveTo>
                <a:lnTo>
                  <a:pt x="1504" y="0"/>
                </a:lnTo>
                <a:lnTo>
                  <a:pt x="0" y="0"/>
                </a:lnTo>
                <a:lnTo>
                  <a:pt x="0" y="1498"/>
                </a:lnTo>
                <a:lnTo>
                  <a:pt x="1504" y="1498"/>
                </a:lnTo>
                <a:close/>
              </a:path>
            </a:pathLst>
          </a:custGeom>
          <a:solidFill>
            <a:srgbClr val="000000"/>
          </a:solidFill>
        </p:spPr>
        <p:txBody>
          <a:bodyPr wrap="square" lIns="0" tIns="0" rIns="0" bIns="0" rtlCol="0"/>
          <a:lstStyle/>
          <a:p>
            <a:endParaRPr/>
          </a:p>
        </p:txBody>
      </p:sp>
      <p:sp>
        <p:nvSpPr>
          <p:cNvPr id="42" name="object 42"/>
          <p:cNvSpPr/>
          <p:nvPr/>
        </p:nvSpPr>
        <p:spPr>
          <a:xfrm>
            <a:off x="148262" y="1063853"/>
            <a:ext cx="1905" cy="1905"/>
          </a:xfrm>
          <a:custGeom>
            <a:avLst/>
            <a:gdLst/>
            <a:ahLst/>
            <a:cxnLst/>
            <a:rect l="l" t="t" r="r" b="b"/>
            <a:pathLst>
              <a:path w="1905" h="1905">
                <a:moveTo>
                  <a:pt x="1504" y="1511"/>
                </a:moveTo>
                <a:lnTo>
                  <a:pt x="1504" y="0"/>
                </a:lnTo>
                <a:lnTo>
                  <a:pt x="0" y="0"/>
                </a:lnTo>
                <a:lnTo>
                  <a:pt x="0" y="1511"/>
                </a:lnTo>
                <a:lnTo>
                  <a:pt x="1504" y="1511"/>
                </a:lnTo>
                <a:close/>
              </a:path>
            </a:pathLst>
          </a:custGeom>
          <a:solidFill>
            <a:srgbClr val="000000"/>
          </a:solidFill>
        </p:spPr>
        <p:txBody>
          <a:bodyPr wrap="square" lIns="0" tIns="0" rIns="0" bIns="0" rtlCol="0"/>
          <a:lstStyle/>
          <a:p>
            <a:endParaRPr/>
          </a:p>
        </p:txBody>
      </p:sp>
      <p:sp>
        <p:nvSpPr>
          <p:cNvPr id="43" name="object 43"/>
          <p:cNvSpPr/>
          <p:nvPr/>
        </p:nvSpPr>
        <p:spPr>
          <a:xfrm>
            <a:off x="255002" y="928547"/>
            <a:ext cx="1905" cy="1905"/>
          </a:xfrm>
          <a:custGeom>
            <a:avLst/>
            <a:gdLst/>
            <a:ahLst/>
            <a:cxnLst/>
            <a:rect l="l" t="t" r="r" b="b"/>
            <a:pathLst>
              <a:path w="1904" h="1905">
                <a:moveTo>
                  <a:pt x="1504" y="0"/>
                </a:moveTo>
                <a:lnTo>
                  <a:pt x="0" y="0"/>
                </a:lnTo>
                <a:lnTo>
                  <a:pt x="0" y="1511"/>
                </a:lnTo>
                <a:lnTo>
                  <a:pt x="1504" y="1511"/>
                </a:lnTo>
                <a:lnTo>
                  <a:pt x="1504" y="0"/>
                </a:lnTo>
                <a:close/>
              </a:path>
            </a:pathLst>
          </a:custGeom>
          <a:solidFill>
            <a:srgbClr val="000000"/>
          </a:solidFill>
        </p:spPr>
        <p:txBody>
          <a:bodyPr wrap="square" lIns="0" tIns="0" rIns="0" bIns="0" rtlCol="0"/>
          <a:lstStyle/>
          <a:p>
            <a:endParaRPr/>
          </a:p>
        </p:txBody>
      </p:sp>
      <p:sp>
        <p:nvSpPr>
          <p:cNvPr id="44" name="object 44"/>
          <p:cNvSpPr/>
          <p:nvPr/>
        </p:nvSpPr>
        <p:spPr>
          <a:xfrm>
            <a:off x="411354" y="1063853"/>
            <a:ext cx="1905" cy="1905"/>
          </a:xfrm>
          <a:custGeom>
            <a:avLst/>
            <a:gdLst/>
            <a:ahLst/>
            <a:cxnLst/>
            <a:rect l="l" t="t" r="r" b="b"/>
            <a:pathLst>
              <a:path w="1904" h="1905">
                <a:moveTo>
                  <a:pt x="1501" y="1511"/>
                </a:moveTo>
                <a:lnTo>
                  <a:pt x="1501" y="0"/>
                </a:lnTo>
                <a:lnTo>
                  <a:pt x="0" y="0"/>
                </a:lnTo>
                <a:lnTo>
                  <a:pt x="0" y="1511"/>
                </a:lnTo>
                <a:lnTo>
                  <a:pt x="1501" y="1511"/>
                </a:lnTo>
                <a:close/>
              </a:path>
            </a:pathLst>
          </a:custGeom>
          <a:solidFill>
            <a:srgbClr val="000000"/>
          </a:solidFill>
        </p:spPr>
        <p:txBody>
          <a:bodyPr wrap="square" lIns="0" tIns="0" rIns="0" bIns="0" rtlCol="0"/>
          <a:lstStyle/>
          <a:p>
            <a:endParaRPr/>
          </a:p>
        </p:txBody>
      </p:sp>
      <p:sp>
        <p:nvSpPr>
          <p:cNvPr id="45" name="object 45"/>
          <p:cNvSpPr/>
          <p:nvPr/>
        </p:nvSpPr>
        <p:spPr>
          <a:xfrm>
            <a:off x="167806" y="1068362"/>
            <a:ext cx="1905" cy="1905"/>
          </a:xfrm>
          <a:custGeom>
            <a:avLst/>
            <a:gdLst/>
            <a:ahLst/>
            <a:cxnLst/>
            <a:rect l="l" t="t" r="r" b="b"/>
            <a:pathLst>
              <a:path w="1905" h="1905">
                <a:moveTo>
                  <a:pt x="1508" y="0"/>
                </a:moveTo>
                <a:lnTo>
                  <a:pt x="0" y="0"/>
                </a:lnTo>
                <a:lnTo>
                  <a:pt x="0" y="1511"/>
                </a:lnTo>
                <a:lnTo>
                  <a:pt x="1508" y="1511"/>
                </a:lnTo>
                <a:lnTo>
                  <a:pt x="1508" y="0"/>
                </a:lnTo>
                <a:close/>
              </a:path>
            </a:pathLst>
          </a:custGeom>
          <a:solidFill>
            <a:srgbClr val="000000"/>
          </a:solidFill>
        </p:spPr>
        <p:txBody>
          <a:bodyPr wrap="square" lIns="0" tIns="0" rIns="0" bIns="0" rtlCol="0"/>
          <a:lstStyle/>
          <a:p>
            <a:endParaRPr/>
          </a:p>
        </p:txBody>
      </p:sp>
      <p:sp>
        <p:nvSpPr>
          <p:cNvPr id="46" name="object 46"/>
          <p:cNvSpPr/>
          <p:nvPr/>
        </p:nvSpPr>
        <p:spPr>
          <a:xfrm>
            <a:off x="136234" y="1044308"/>
            <a:ext cx="1905" cy="1905"/>
          </a:xfrm>
          <a:custGeom>
            <a:avLst/>
            <a:gdLst/>
            <a:ahLst/>
            <a:cxnLst/>
            <a:rect l="l" t="t" r="r" b="b"/>
            <a:pathLst>
              <a:path w="1905" h="1905">
                <a:moveTo>
                  <a:pt x="1504" y="1498"/>
                </a:moveTo>
                <a:lnTo>
                  <a:pt x="1504" y="0"/>
                </a:lnTo>
                <a:lnTo>
                  <a:pt x="0" y="0"/>
                </a:lnTo>
                <a:lnTo>
                  <a:pt x="0" y="1498"/>
                </a:lnTo>
                <a:lnTo>
                  <a:pt x="1504" y="1498"/>
                </a:lnTo>
                <a:close/>
              </a:path>
            </a:pathLst>
          </a:custGeom>
          <a:solidFill>
            <a:srgbClr val="000000"/>
          </a:solidFill>
        </p:spPr>
        <p:txBody>
          <a:bodyPr wrap="square" lIns="0" tIns="0" rIns="0" bIns="0" rtlCol="0"/>
          <a:lstStyle/>
          <a:p>
            <a:endParaRPr/>
          </a:p>
        </p:txBody>
      </p:sp>
      <p:sp>
        <p:nvSpPr>
          <p:cNvPr id="47" name="object 47"/>
          <p:cNvSpPr/>
          <p:nvPr/>
        </p:nvSpPr>
        <p:spPr>
          <a:xfrm>
            <a:off x="424879" y="1071372"/>
            <a:ext cx="1905" cy="1905"/>
          </a:xfrm>
          <a:custGeom>
            <a:avLst/>
            <a:gdLst/>
            <a:ahLst/>
            <a:cxnLst/>
            <a:rect l="l" t="t" r="r" b="b"/>
            <a:pathLst>
              <a:path w="1904" h="1905">
                <a:moveTo>
                  <a:pt x="1507" y="1498"/>
                </a:moveTo>
                <a:lnTo>
                  <a:pt x="1507" y="0"/>
                </a:lnTo>
                <a:lnTo>
                  <a:pt x="0" y="0"/>
                </a:lnTo>
                <a:lnTo>
                  <a:pt x="0" y="1498"/>
                </a:lnTo>
                <a:lnTo>
                  <a:pt x="1507" y="1498"/>
                </a:lnTo>
                <a:close/>
              </a:path>
            </a:pathLst>
          </a:custGeom>
          <a:solidFill>
            <a:srgbClr val="000000"/>
          </a:solidFill>
        </p:spPr>
        <p:txBody>
          <a:bodyPr wrap="square" lIns="0" tIns="0" rIns="0" bIns="0" rtlCol="0"/>
          <a:lstStyle/>
          <a:p>
            <a:endParaRPr/>
          </a:p>
        </p:txBody>
      </p:sp>
      <p:sp>
        <p:nvSpPr>
          <p:cNvPr id="48" name="object 48"/>
          <p:cNvSpPr/>
          <p:nvPr/>
        </p:nvSpPr>
        <p:spPr>
          <a:xfrm>
            <a:off x="345199" y="949604"/>
            <a:ext cx="1905" cy="1905"/>
          </a:xfrm>
          <a:custGeom>
            <a:avLst/>
            <a:gdLst/>
            <a:ahLst/>
            <a:cxnLst/>
            <a:rect l="l" t="t" r="r" b="b"/>
            <a:pathLst>
              <a:path w="1904" h="1905">
                <a:moveTo>
                  <a:pt x="1504" y="0"/>
                </a:moveTo>
                <a:lnTo>
                  <a:pt x="0" y="0"/>
                </a:lnTo>
                <a:lnTo>
                  <a:pt x="0" y="1498"/>
                </a:lnTo>
                <a:lnTo>
                  <a:pt x="1504" y="1498"/>
                </a:lnTo>
                <a:lnTo>
                  <a:pt x="1504" y="0"/>
                </a:lnTo>
                <a:close/>
              </a:path>
            </a:pathLst>
          </a:custGeom>
          <a:solidFill>
            <a:srgbClr val="000000"/>
          </a:solidFill>
        </p:spPr>
        <p:txBody>
          <a:bodyPr wrap="square" lIns="0" tIns="0" rIns="0" bIns="0" rtlCol="0"/>
          <a:lstStyle/>
          <a:p>
            <a:endParaRPr/>
          </a:p>
        </p:txBody>
      </p:sp>
      <p:sp>
        <p:nvSpPr>
          <p:cNvPr id="49" name="object 49"/>
          <p:cNvSpPr/>
          <p:nvPr/>
        </p:nvSpPr>
        <p:spPr>
          <a:xfrm>
            <a:off x="259513" y="951103"/>
            <a:ext cx="1905" cy="1905"/>
          </a:xfrm>
          <a:custGeom>
            <a:avLst/>
            <a:gdLst/>
            <a:ahLst/>
            <a:cxnLst/>
            <a:rect l="l" t="t" r="r" b="b"/>
            <a:pathLst>
              <a:path w="1904" h="1905">
                <a:moveTo>
                  <a:pt x="1501" y="1498"/>
                </a:moveTo>
                <a:lnTo>
                  <a:pt x="1501" y="0"/>
                </a:lnTo>
                <a:lnTo>
                  <a:pt x="0" y="0"/>
                </a:lnTo>
                <a:lnTo>
                  <a:pt x="0" y="1498"/>
                </a:lnTo>
                <a:lnTo>
                  <a:pt x="1501" y="1498"/>
                </a:lnTo>
                <a:close/>
              </a:path>
            </a:pathLst>
          </a:custGeom>
          <a:solidFill>
            <a:srgbClr val="000000"/>
          </a:solidFill>
        </p:spPr>
        <p:txBody>
          <a:bodyPr wrap="square" lIns="0" tIns="0" rIns="0" bIns="0" rtlCol="0"/>
          <a:lstStyle/>
          <a:p>
            <a:endParaRPr/>
          </a:p>
        </p:txBody>
      </p:sp>
      <p:sp>
        <p:nvSpPr>
          <p:cNvPr id="50" name="object 50"/>
          <p:cNvSpPr/>
          <p:nvPr/>
        </p:nvSpPr>
        <p:spPr>
          <a:xfrm>
            <a:off x="268535" y="958621"/>
            <a:ext cx="1905" cy="1905"/>
          </a:xfrm>
          <a:custGeom>
            <a:avLst/>
            <a:gdLst/>
            <a:ahLst/>
            <a:cxnLst/>
            <a:rect l="l" t="t" r="r" b="b"/>
            <a:pathLst>
              <a:path w="1904" h="1905">
                <a:moveTo>
                  <a:pt x="1497" y="1498"/>
                </a:moveTo>
                <a:lnTo>
                  <a:pt x="1497" y="0"/>
                </a:lnTo>
                <a:lnTo>
                  <a:pt x="0" y="0"/>
                </a:lnTo>
                <a:lnTo>
                  <a:pt x="0" y="1498"/>
                </a:lnTo>
                <a:lnTo>
                  <a:pt x="1497" y="1498"/>
                </a:lnTo>
                <a:close/>
              </a:path>
            </a:pathLst>
          </a:custGeom>
          <a:solidFill>
            <a:srgbClr val="000000"/>
          </a:solidFill>
        </p:spPr>
        <p:txBody>
          <a:bodyPr wrap="square" lIns="0" tIns="0" rIns="0" bIns="0" rtlCol="0"/>
          <a:lstStyle/>
          <a:p>
            <a:endParaRPr/>
          </a:p>
        </p:txBody>
      </p:sp>
      <p:sp>
        <p:nvSpPr>
          <p:cNvPr id="51" name="object 51"/>
          <p:cNvSpPr/>
          <p:nvPr/>
        </p:nvSpPr>
        <p:spPr>
          <a:xfrm>
            <a:off x="340692" y="963130"/>
            <a:ext cx="1905" cy="1905"/>
          </a:xfrm>
          <a:custGeom>
            <a:avLst/>
            <a:gdLst/>
            <a:ahLst/>
            <a:cxnLst/>
            <a:rect l="l" t="t" r="r" b="b"/>
            <a:pathLst>
              <a:path w="1904"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52" name="object 52"/>
          <p:cNvSpPr/>
          <p:nvPr/>
        </p:nvSpPr>
        <p:spPr>
          <a:xfrm>
            <a:off x="364747" y="844372"/>
            <a:ext cx="1905" cy="1905"/>
          </a:xfrm>
          <a:custGeom>
            <a:avLst/>
            <a:gdLst/>
            <a:ahLst/>
            <a:cxnLst/>
            <a:rect l="l" t="t" r="r" b="b"/>
            <a:pathLst>
              <a:path w="1904" h="1905">
                <a:moveTo>
                  <a:pt x="1504" y="1498"/>
                </a:moveTo>
                <a:lnTo>
                  <a:pt x="1504" y="0"/>
                </a:lnTo>
                <a:lnTo>
                  <a:pt x="0" y="0"/>
                </a:lnTo>
                <a:lnTo>
                  <a:pt x="0" y="1498"/>
                </a:lnTo>
                <a:lnTo>
                  <a:pt x="1504" y="1498"/>
                </a:lnTo>
                <a:close/>
              </a:path>
            </a:pathLst>
          </a:custGeom>
          <a:solidFill>
            <a:srgbClr val="000000"/>
          </a:solidFill>
        </p:spPr>
        <p:txBody>
          <a:bodyPr wrap="square" lIns="0" tIns="0" rIns="0" bIns="0" rtlCol="0"/>
          <a:lstStyle/>
          <a:p>
            <a:endParaRPr/>
          </a:p>
        </p:txBody>
      </p:sp>
      <p:sp>
        <p:nvSpPr>
          <p:cNvPr id="53" name="object 53"/>
          <p:cNvSpPr/>
          <p:nvPr/>
        </p:nvSpPr>
        <p:spPr>
          <a:xfrm>
            <a:off x="384289" y="844372"/>
            <a:ext cx="1905" cy="1905"/>
          </a:xfrm>
          <a:custGeom>
            <a:avLst/>
            <a:gdLst/>
            <a:ahLst/>
            <a:cxnLst/>
            <a:rect l="l" t="t" r="r" b="b"/>
            <a:pathLst>
              <a:path w="1904" h="1905">
                <a:moveTo>
                  <a:pt x="1504" y="1498"/>
                </a:moveTo>
                <a:lnTo>
                  <a:pt x="1504" y="0"/>
                </a:lnTo>
                <a:lnTo>
                  <a:pt x="0" y="0"/>
                </a:lnTo>
                <a:lnTo>
                  <a:pt x="0" y="1498"/>
                </a:lnTo>
                <a:lnTo>
                  <a:pt x="1504" y="1498"/>
                </a:lnTo>
                <a:close/>
              </a:path>
            </a:pathLst>
          </a:custGeom>
          <a:solidFill>
            <a:srgbClr val="000000"/>
          </a:solidFill>
        </p:spPr>
        <p:txBody>
          <a:bodyPr wrap="square" lIns="0" tIns="0" rIns="0" bIns="0" rtlCol="0"/>
          <a:lstStyle/>
          <a:p>
            <a:endParaRPr/>
          </a:p>
        </p:txBody>
      </p:sp>
      <p:sp>
        <p:nvSpPr>
          <p:cNvPr id="54" name="object 54"/>
          <p:cNvSpPr/>
          <p:nvPr/>
        </p:nvSpPr>
        <p:spPr>
          <a:xfrm>
            <a:off x="381287" y="866914"/>
            <a:ext cx="1905" cy="1905"/>
          </a:xfrm>
          <a:custGeom>
            <a:avLst/>
            <a:gdLst/>
            <a:ahLst/>
            <a:cxnLst/>
            <a:rect l="l" t="t" r="r" b="b"/>
            <a:pathLst>
              <a:path w="1904" h="1905">
                <a:moveTo>
                  <a:pt x="1501" y="1511"/>
                </a:moveTo>
                <a:lnTo>
                  <a:pt x="1501" y="0"/>
                </a:lnTo>
                <a:lnTo>
                  <a:pt x="0" y="0"/>
                </a:lnTo>
                <a:lnTo>
                  <a:pt x="0" y="1511"/>
                </a:lnTo>
                <a:lnTo>
                  <a:pt x="1501" y="1511"/>
                </a:lnTo>
                <a:close/>
              </a:path>
            </a:pathLst>
          </a:custGeom>
          <a:solidFill>
            <a:srgbClr val="000000"/>
          </a:solidFill>
        </p:spPr>
        <p:txBody>
          <a:bodyPr wrap="square" lIns="0" tIns="0" rIns="0" bIns="0" rtlCol="0"/>
          <a:lstStyle/>
          <a:p>
            <a:endParaRPr/>
          </a:p>
        </p:txBody>
      </p:sp>
      <p:sp>
        <p:nvSpPr>
          <p:cNvPr id="55" name="object 55"/>
          <p:cNvSpPr/>
          <p:nvPr/>
        </p:nvSpPr>
        <p:spPr>
          <a:xfrm>
            <a:off x="375267" y="948105"/>
            <a:ext cx="1905" cy="1905"/>
          </a:xfrm>
          <a:custGeom>
            <a:avLst/>
            <a:gdLst/>
            <a:ahLst/>
            <a:cxnLst/>
            <a:rect l="l" t="t" r="r" b="b"/>
            <a:pathLst>
              <a:path w="1904" h="1905">
                <a:moveTo>
                  <a:pt x="1504" y="0"/>
                </a:moveTo>
                <a:lnTo>
                  <a:pt x="0" y="0"/>
                </a:lnTo>
                <a:lnTo>
                  <a:pt x="0" y="1498"/>
                </a:lnTo>
                <a:lnTo>
                  <a:pt x="1504" y="1498"/>
                </a:lnTo>
                <a:lnTo>
                  <a:pt x="1504" y="0"/>
                </a:lnTo>
                <a:close/>
              </a:path>
            </a:pathLst>
          </a:custGeom>
          <a:solidFill>
            <a:srgbClr val="000000"/>
          </a:solidFill>
        </p:spPr>
        <p:txBody>
          <a:bodyPr wrap="square" lIns="0" tIns="0" rIns="0" bIns="0" rtlCol="0"/>
          <a:lstStyle/>
          <a:p>
            <a:endParaRPr/>
          </a:p>
        </p:txBody>
      </p:sp>
      <p:sp>
        <p:nvSpPr>
          <p:cNvPr id="56" name="object 56"/>
          <p:cNvSpPr/>
          <p:nvPr/>
        </p:nvSpPr>
        <p:spPr>
          <a:xfrm>
            <a:off x="316641" y="877443"/>
            <a:ext cx="1905" cy="1905"/>
          </a:xfrm>
          <a:custGeom>
            <a:avLst/>
            <a:gdLst/>
            <a:ahLst/>
            <a:cxnLst/>
            <a:rect l="l" t="t" r="r" b="b"/>
            <a:pathLst>
              <a:path w="1904" h="1905">
                <a:moveTo>
                  <a:pt x="1497" y="1498"/>
                </a:moveTo>
                <a:lnTo>
                  <a:pt x="1497" y="0"/>
                </a:lnTo>
                <a:lnTo>
                  <a:pt x="0" y="0"/>
                </a:lnTo>
                <a:lnTo>
                  <a:pt x="0" y="1498"/>
                </a:lnTo>
                <a:lnTo>
                  <a:pt x="1497" y="1498"/>
                </a:lnTo>
                <a:close/>
              </a:path>
            </a:pathLst>
          </a:custGeom>
          <a:solidFill>
            <a:srgbClr val="000000"/>
          </a:solidFill>
        </p:spPr>
        <p:txBody>
          <a:bodyPr wrap="square" lIns="0" tIns="0" rIns="0" bIns="0" rtlCol="0"/>
          <a:lstStyle/>
          <a:p>
            <a:endParaRPr/>
          </a:p>
        </p:txBody>
      </p:sp>
      <p:sp>
        <p:nvSpPr>
          <p:cNvPr id="57" name="object 57"/>
          <p:cNvSpPr/>
          <p:nvPr/>
        </p:nvSpPr>
        <p:spPr>
          <a:xfrm>
            <a:off x="313635" y="884948"/>
            <a:ext cx="1905" cy="1905"/>
          </a:xfrm>
          <a:custGeom>
            <a:avLst/>
            <a:gdLst/>
            <a:ahLst/>
            <a:cxnLst/>
            <a:rect l="l" t="t" r="r" b="b"/>
            <a:pathLst>
              <a:path w="1904" h="1905">
                <a:moveTo>
                  <a:pt x="1497" y="1511"/>
                </a:moveTo>
                <a:lnTo>
                  <a:pt x="1497" y="0"/>
                </a:lnTo>
                <a:lnTo>
                  <a:pt x="0" y="0"/>
                </a:lnTo>
                <a:lnTo>
                  <a:pt x="0" y="1511"/>
                </a:lnTo>
                <a:lnTo>
                  <a:pt x="1497" y="1511"/>
                </a:lnTo>
                <a:close/>
              </a:path>
            </a:pathLst>
          </a:custGeom>
          <a:solidFill>
            <a:srgbClr val="000000"/>
          </a:solidFill>
        </p:spPr>
        <p:txBody>
          <a:bodyPr wrap="square" lIns="0" tIns="0" rIns="0" bIns="0" rtlCol="0"/>
          <a:lstStyle/>
          <a:p>
            <a:endParaRPr/>
          </a:p>
        </p:txBody>
      </p:sp>
      <p:sp>
        <p:nvSpPr>
          <p:cNvPr id="58" name="object 58"/>
          <p:cNvSpPr/>
          <p:nvPr/>
        </p:nvSpPr>
        <p:spPr>
          <a:xfrm>
            <a:off x="336182" y="884948"/>
            <a:ext cx="1905" cy="1905"/>
          </a:xfrm>
          <a:custGeom>
            <a:avLst/>
            <a:gdLst/>
            <a:ahLst/>
            <a:cxnLst/>
            <a:rect l="l" t="t" r="r" b="b"/>
            <a:pathLst>
              <a:path w="1904" h="1905">
                <a:moveTo>
                  <a:pt x="1503" y="1511"/>
                </a:moveTo>
                <a:lnTo>
                  <a:pt x="1503" y="0"/>
                </a:lnTo>
                <a:lnTo>
                  <a:pt x="0" y="0"/>
                </a:lnTo>
                <a:lnTo>
                  <a:pt x="0" y="1511"/>
                </a:lnTo>
                <a:lnTo>
                  <a:pt x="1503" y="1511"/>
                </a:lnTo>
                <a:close/>
              </a:path>
            </a:pathLst>
          </a:custGeom>
          <a:solidFill>
            <a:srgbClr val="000000"/>
          </a:solidFill>
        </p:spPr>
        <p:txBody>
          <a:bodyPr wrap="square" lIns="0" tIns="0" rIns="0" bIns="0" rtlCol="0"/>
          <a:lstStyle/>
          <a:p>
            <a:endParaRPr/>
          </a:p>
        </p:txBody>
      </p:sp>
      <p:sp>
        <p:nvSpPr>
          <p:cNvPr id="59" name="object 59"/>
          <p:cNvSpPr/>
          <p:nvPr/>
        </p:nvSpPr>
        <p:spPr>
          <a:xfrm>
            <a:off x="265529" y="902995"/>
            <a:ext cx="1905" cy="1905"/>
          </a:xfrm>
          <a:custGeom>
            <a:avLst/>
            <a:gdLst/>
            <a:ahLst/>
            <a:cxnLst/>
            <a:rect l="l" t="t" r="r" b="b"/>
            <a:pathLst>
              <a:path w="1904" h="1905">
                <a:moveTo>
                  <a:pt x="1497" y="1511"/>
                </a:moveTo>
                <a:lnTo>
                  <a:pt x="1497" y="0"/>
                </a:lnTo>
                <a:lnTo>
                  <a:pt x="0" y="0"/>
                </a:lnTo>
                <a:lnTo>
                  <a:pt x="0" y="1511"/>
                </a:lnTo>
                <a:lnTo>
                  <a:pt x="1497" y="1511"/>
                </a:lnTo>
                <a:close/>
              </a:path>
            </a:pathLst>
          </a:custGeom>
          <a:solidFill>
            <a:srgbClr val="000000"/>
          </a:solidFill>
        </p:spPr>
        <p:txBody>
          <a:bodyPr wrap="square" lIns="0" tIns="0" rIns="0" bIns="0" rtlCol="0"/>
          <a:lstStyle/>
          <a:p>
            <a:endParaRPr/>
          </a:p>
        </p:txBody>
      </p:sp>
      <p:sp>
        <p:nvSpPr>
          <p:cNvPr id="60" name="object 60"/>
          <p:cNvSpPr/>
          <p:nvPr/>
        </p:nvSpPr>
        <p:spPr>
          <a:xfrm>
            <a:off x="307619" y="906005"/>
            <a:ext cx="1905" cy="1905"/>
          </a:xfrm>
          <a:custGeom>
            <a:avLst/>
            <a:gdLst/>
            <a:ahLst/>
            <a:cxnLst/>
            <a:rect l="l" t="t" r="r" b="b"/>
            <a:pathLst>
              <a:path w="1904" h="1905">
                <a:moveTo>
                  <a:pt x="1502" y="0"/>
                </a:moveTo>
                <a:lnTo>
                  <a:pt x="0" y="0"/>
                </a:lnTo>
                <a:lnTo>
                  <a:pt x="0" y="1498"/>
                </a:lnTo>
                <a:lnTo>
                  <a:pt x="1502" y="1498"/>
                </a:lnTo>
                <a:lnTo>
                  <a:pt x="1502" y="0"/>
                </a:lnTo>
                <a:close/>
              </a:path>
            </a:pathLst>
          </a:custGeom>
          <a:solidFill>
            <a:srgbClr val="000000"/>
          </a:solidFill>
        </p:spPr>
        <p:txBody>
          <a:bodyPr wrap="square" lIns="0" tIns="0" rIns="0" bIns="0" rtlCol="0"/>
          <a:lstStyle/>
          <a:p>
            <a:endParaRPr/>
          </a:p>
        </p:txBody>
      </p:sp>
      <p:sp>
        <p:nvSpPr>
          <p:cNvPr id="61" name="object 61"/>
          <p:cNvSpPr/>
          <p:nvPr/>
        </p:nvSpPr>
        <p:spPr>
          <a:xfrm>
            <a:off x="337686" y="907504"/>
            <a:ext cx="1905" cy="1905"/>
          </a:xfrm>
          <a:custGeom>
            <a:avLst/>
            <a:gdLst/>
            <a:ahLst/>
            <a:cxnLst/>
            <a:rect l="l" t="t" r="r" b="b"/>
            <a:pathLst>
              <a:path w="1904" h="1905">
                <a:moveTo>
                  <a:pt x="1504" y="1498"/>
                </a:moveTo>
                <a:lnTo>
                  <a:pt x="1504" y="0"/>
                </a:lnTo>
                <a:lnTo>
                  <a:pt x="0" y="0"/>
                </a:lnTo>
                <a:lnTo>
                  <a:pt x="0" y="1498"/>
                </a:lnTo>
                <a:lnTo>
                  <a:pt x="1504" y="1498"/>
                </a:lnTo>
                <a:close/>
              </a:path>
            </a:pathLst>
          </a:custGeom>
          <a:solidFill>
            <a:srgbClr val="000000"/>
          </a:solidFill>
        </p:spPr>
        <p:txBody>
          <a:bodyPr wrap="square" lIns="0" tIns="0" rIns="0" bIns="0" rtlCol="0"/>
          <a:lstStyle/>
          <a:p>
            <a:endParaRPr/>
          </a:p>
        </p:txBody>
      </p:sp>
      <p:sp>
        <p:nvSpPr>
          <p:cNvPr id="62" name="object 62"/>
          <p:cNvSpPr/>
          <p:nvPr/>
        </p:nvSpPr>
        <p:spPr>
          <a:xfrm>
            <a:off x="268535" y="912012"/>
            <a:ext cx="1905" cy="1905"/>
          </a:xfrm>
          <a:custGeom>
            <a:avLst/>
            <a:gdLst/>
            <a:ahLst/>
            <a:cxnLst/>
            <a:rect l="l" t="t" r="r" b="b"/>
            <a:pathLst>
              <a:path w="1904" h="1905">
                <a:moveTo>
                  <a:pt x="1497" y="1511"/>
                </a:moveTo>
                <a:lnTo>
                  <a:pt x="1497" y="0"/>
                </a:lnTo>
                <a:lnTo>
                  <a:pt x="0" y="0"/>
                </a:lnTo>
                <a:lnTo>
                  <a:pt x="0" y="1511"/>
                </a:lnTo>
                <a:lnTo>
                  <a:pt x="1497" y="1511"/>
                </a:lnTo>
                <a:close/>
              </a:path>
            </a:pathLst>
          </a:custGeom>
          <a:solidFill>
            <a:srgbClr val="000000"/>
          </a:solidFill>
        </p:spPr>
        <p:txBody>
          <a:bodyPr wrap="square" lIns="0" tIns="0" rIns="0" bIns="0" rtlCol="0"/>
          <a:lstStyle/>
          <a:p>
            <a:endParaRPr/>
          </a:p>
        </p:txBody>
      </p:sp>
      <p:sp>
        <p:nvSpPr>
          <p:cNvPr id="63" name="object 63"/>
          <p:cNvSpPr/>
          <p:nvPr/>
        </p:nvSpPr>
        <p:spPr>
          <a:xfrm>
            <a:off x="318138" y="921029"/>
            <a:ext cx="1905" cy="1905"/>
          </a:xfrm>
          <a:custGeom>
            <a:avLst/>
            <a:gdLst/>
            <a:ahLst/>
            <a:cxnLst/>
            <a:rect l="l" t="t" r="r" b="b"/>
            <a:pathLst>
              <a:path w="1904" h="1905">
                <a:moveTo>
                  <a:pt x="1508" y="0"/>
                </a:moveTo>
                <a:lnTo>
                  <a:pt x="0" y="0"/>
                </a:lnTo>
                <a:lnTo>
                  <a:pt x="0" y="1511"/>
                </a:lnTo>
                <a:lnTo>
                  <a:pt x="1508" y="1511"/>
                </a:lnTo>
                <a:lnTo>
                  <a:pt x="1508" y="0"/>
                </a:lnTo>
                <a:close/>
              </a:path>
            </a:pathLst>
          </a:custGeom>
          <a:solidFill>
            <a:srgbClr val="000000"/>
          </a:solidFill>
        </p:spPr>
        <p:txBody>
          <a:bodyPr wrap="square" lIns="0" tIns="0" rIns="0" bIns="0" rtlCol="0"/>
          <a:lstStyle/>
          <a:p>
            <a:endParaRPr/>
          </a:p>
        </p:txBody>
      </p:sp>
      <p:sp>
        <p:nvSpPr>
          <p:cNvPr id="64" name="object 64"/>
          <p:cNvSpPr/>
          <p:nvPr/>
        </p:nvSpPr>
        <p:spPr>
          <a:xfrm>
            <a:off x="352720" y="946594"/>
            <a:ext cx="1905" cy="1905"/>
          </a:xfrm>
          <a:custGeom>
            <a:avLst/>
            <a:gdLst/>
            <a:ahLst/>
            <a:cxnLst/>
            <a:rect l="l" t="t" r="r" b="b"/>
            <a:pathLst>
              <a:path w="1904"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65" name="object 65"/>
          <p:cNvSpPr/>
          <p:nvPr/>
        </p:nvSpPr>
        <p:spPr>
          <a:xfrm>
            <a:off x="244480" y="928547"/>
            <a:ext cx="1905" cy="1905"/>
          </a:xfrm>
          <a:custGeom>
            <a:avLst/>
            <a:gdLst/>
            <a:ahLst/>
            <a:cxnLst/>
            <a:rect l="l" t="t" r="r" b="b"/>
            <a:pathLst>
              <a:path w="1904"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66" name="object 66"/>
          <p:cNvSpPr/>
          <p:nvPr/>
        </p:nvSpPr>
        <p:spPr>
          <a:xfrm>
            <a:off x="352720" y="928547"/>
            <a:ext cx="1905" cy="1905"/>
          </a:xfrm>
          <a:custGeom>
            <a:avLst/>
            <a:gdLst/>
            <a:ahLst/>
            <a:cxnLst/>
            <a:rect l="l" t="t" r="r" b="b"/>
            <a:pathLst>
              <a:path w="1904" h="1905">
                <a:moveTo>
                  <a:pt x="1501" y="1511"/>
                </a:moveTo>
                <a:lnTo>
                  <a:pt x="1501" y="0"/>
                </a:lnTo>
                <a:lnTo>
                  <a:pt x="0" y="0"/>
                </a:lnTo>
                <a:lnTo>
                  <a:pt x="0" y="1511"/>
                </a:lnTo>
                <a:lnTo>
                  <a:pt x="1501" y="1511"/>
                </a:lnTo>
                <a:close/>
              </a:path>
            </a:pathLst>
          </a:custGeom>
          <a:solidFill>
            <a:srgbClr val="000000"/>
          </a:solidFill>
        </p:spPr>
        <p:txBody>
          <a:bodyPr wrap="square" lIns="0" tIns="0" rIns="0" bIns="0" rtlCol="0"/>
          <a:lstStyle/>
          <a:p>
            <a:endParaRPr/>
          </a:p>
        </p:txBody>
      </p:sp>
      <p:sp>
        <p:nvSpPr>
          <p:cNvPr id="67" name="object 67"/>
          <p:cNvSpPr/>
          <p:nvPr/>
        </p:nvSpPr>
        <p:spPr>
          <a:xfrm>
            <a:off x="387299" y="940574"/>
            <a:ext cx="1905" cy="1905"/>
          </a:xfrm>
          <a:custGeom>
            <a:avLst/>
            <a:gdLst/>
            <a:ahLst/>
            <a:cxnLst/>
            <a:rect l="l" t="t" r="r" b="b"/>
            <a:pathLst>
              <a:path w="1904"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68" name="object 68"/>
          <p:cNvSpPr/>
          <p:nvPr/>
        </p:nvSpPr>
        <p:spPr>
          <a:xfrm>
            <a:off x="346704" y="943584"/>
            <a:ext cx="1905" cy="1905"/>
          </a:xfrm>
          <a:custGeom>
            <a:avLst/>
            <a:gdLst/>
            <a:ahLst/>
            <a:cxnLst/>
            <a:rect l="l" t="t" r="r" b="b"/>
            <a:pathLst>
              <a:path w="1904" h="1905">
                <a:moveTo>
                  <a:pt x="1508" y="0"/>
                </a:moveTo>
                <a:lnTo>
                  <a:pt x="0" y="0"/>
                </a:lnTo>
                <a:lnTo>
                  <a:pt x="0" y="1498"/>
                </a:lnTo>
                <a:lnTo>
                  <a:pt x="1508" y="1498"/>
                </a:lnTo>
                <a:lnTo>
                  <a:pt x="1508" y="0"/>
                </a:lnTo>
                <a:close/>
              </a:path>
            </a:pathLst>
          </a:custGeom>
          <a:solidFill>
            <a:srgbClr val="000000"/>
          </a:solidFill>
        </p:spPr>
        <p:txBody>
          <a:bodyPr wrap="square" lIns="0" tIns="0" rIns="0" bIns="0" rtlCol="0"/>
          <a:lstStyle/>
          <a:p>
            <a:endParaRPr/>
          </a:p>
        </p:txBody>
      </p:sp>
      <p:sp>
        <p:nvSpPr>
          <p:cNvPr id="69" name="object 69"/>
          <p:cNvSpPr/>
          <p:nvPr/>
        </p:nvSpPr>
        <p:spPr>
          <a:xfrm>
            <a:off x="239965" y="946594"/>
            <a:ext cx="1905" cy="1905"/>
          </a:xfrm>
          <a:custGeom>
            <a:avLst/>
            <a:gdLst/>
            <a:ahLst/>
            <a:cxnLst/>
            <a:rect l="l" t="t" r="r" b="b"/>
            <a:pathLst>
              <a:path w="1904" h="1905">
                <a:moveTo>
                  <a:pt x="1501" y="1511"/>
                </a:moveTo>
                <a:lnTo>
                  <a:pt x="1501" y="0"/>
                </a:lnTo>
                <a:lnTo>
                  <a:pt x="0" y="0"/>
                </a:lnTo>
                <a:lnTo>
                  <a:pt x="0" y="1511"/>
                </a:lnTo>
                <a:lnTo>
                  <a:pt x="1501" y="1511"/>
                </a:lnTo>
                <a:close/>
              </a:path>
            </a:pathLst>
          </a:custGeom>
          <a:solidFill>
            <a:srgbClr val="000000"/>
          </a:solidFill>
        </p:spPr>
        <p:txBody>
          <a:bodyPr wrap="square" lIns="0" tIns="0" rIns="0" bIns="0" rtlCol="0"/>
          <a:lstStyle/>
          <a:p>
            <a:endParaRPr/>
          </a:p>
        </p:txBody>
      </p:sp>
      <p:sp>
        <p:nvSpPr>
          <p:cNvPr id="70" name="object 70"/>
          <p:cNvSpPr/>
          <p:nvPr/>
        </p:nvSpPr>
        <p:spPr>
          <a:xfrm>
            <a:off x="370760" y="1024763"/>
            <a:ext cx="1905" cy="1905"/>
          </a:xfrm>
          <a:custGeom>
            <a:avLst/>
            <a:gdLst/>
            <a:ahLst/>
            <a:cxnLst/>
            <a:rect l="l" t="t" r="r" b="b"/>
            <a:pathLst>
              <a:path w="1904" h="1905">
                <a:moveTo>
                  <a:pt x="1498" y="1511"/>
                </a:moveTo>
                <a:lnTo>
                  <a:pt x="1498" y="0"/>
                </a:lnTo>
                <a:lnTo>
                  <a:pt x="0" y="0"/>
                </a:lnTo>
                <a:lnTo>
                  <a:pt x="0" y="1511"/>
                </a:lnTo>
                <a:lnTo>
                  <a:pt x="1498" y="1511"/>
                </a:lnTo>
                <a:close/>
              </a:path>
            </a:pathLst>
          </a:custGeom>
          <a:solidFill>
            <a:srgbClr val="000000"/>
          </a:solidFill>
        </p:spPr>
        <p:txBody>
          <a:bodyPr wrap="square" lIns="0" tIns="0" rIns="0" bIns="0" rtlCol="0"/>
          <a:lstStyle/>
          <a:p>
            <a:endParaRPr/>
          </a:p>
        </p:txBody>
      </p:sp>
      <p:sp>
        <p:nvSpPr>
          <p:cNvPr id="71" name="object 71"/>
          <p:cNvSpPr/>
          <p:nvPr/>
        </p:nvSpPr>
        <p:spPr>
          <a:xfrm>
            <a:off x="321144" y="990181"/>
            <a:ext cx="1905" cy="1905"/>
          </a:xfrm>
          <a:custGeom>
            <a:avLst/>
            <a:gdLst/>
            <a:ahLst/>
            <a:cxnLst/>
            <a:rect l="l" t="t" r="r" b="b"/>
            <a:pathLst>
              <a:path w="1904" h="1905">
                <a:moveTo>
                  <a:pt x="1508" y="1511"/>
                </a:moveTo>
                <a:lnTo>
                  <a:pt x="1508" y="0"/>
                </a:lnTo>
                <a:lnTo>
                  <a:pt x="0" y="0"/>
                </a:lnTo>
                <a:lnTo>
                  <a:pt x="0" y="1511"/>
                </a:lnTo>
                <a:lnTo>
                  <a:pt x="1508" y="1511"/>
                </a:lnTo>
                <a:close/>
              </a:path>
            </a:pathLst>
          </a:custGeom>
          <a:solidFill>
            <a:srgbClr val="000000"/>
          </a:solidFill>
        </p:spPr>
        <p:txBody>
          <a:bodyPr wrap="square" lIns="0" tIns="0" rIns="0" bIns="0" rtlCol="0"/>
          <a:lstStyle/>
          <a:p>
            <a:endParaRPr/>
          </a:p>
        </p:txBody>
      </p:sp>
      <p:sp>
        <p:nvSpPr>
          <p:cNvPr id="72" name="object 72"/>
          <p:cNvSpPr/>
          <p:nvPr/>
        </p:nvSpPr>
        <p:spPr>
          <a:xfrm>
            <a:off x="217418" y="1032281"/>
            <a:ext cx="1905" cy="1905"/>
          </a:xfrm>
          <a:custGeom>
            <a:avLst/>
            <a:gdLst/>
            <a:ahLst/>
            <a:cxnLst/>
            <a:rect l="l" t="t" r="r" b="b"/>
            <a:pathLst>
              <a:path w="1904"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73" name="object 73"/>
          <p:cNvSpPr/>
          <p:nvPr/>
        </p:nvSpPr>
        <p:spPr>
          <a:xfrm>
            <a:off x="230946" y="1032281"/>
            <a:ext cx="1905" cy="1905"/>
          </a:xfrm>
          <a:custGeom>
            <a:avLst/>
            <a:gdLst/>
            <a:ahLst/>
            <a:cxnLst/>
            <a:rect l="l" t="t" r="r" b="b"/>
            <a:pathLst>
              <a:path w="1904"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74" name="object 74"/>
          <p:cNvSpPr/>
          <p:nvPr/>
        </p:nvSpPr>
        <p:spPr>
          <a:xfrm>
            <a:off x="191861" y="981164"/>
            <a:ext cx="1905" cy="1905"/>
          </a:xfrm>
          <a:custGeom>
            <a:avLst/>
            <a:gdLst/>
            <a:ahLst/>
            <a:cxnLst/>
            <a:rect l="l" t="t" r="r" b="b"/>
            <a:pathLst>
              <a:path w="1905"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75" name="object 75"/>
          <p:cNvSpPr/>
          <p:nvPr/>
        </p:nvSpPr>
        <p:spPr>
          <a:xfrm>
            <a:off x="139240" y="1033792"/>
            <a:ext cx="1905" cy="1905"/>
          </a:xfrm>
          <a:custGeom>
            <a:avLst/>
            <a:gdLst/>
            <a:ahLst/>
            <a:cxnLst/>
            <a:rect l="l" t="t" r="r" b="b"/>
            <a:pathLst>
              <a:path w="1905" h="1905">
                <a:moveTo>
                  <a:pt x="1508" y="0"/>
                </a:moveTo>
                <a:lnTo>
                  <a:pt x="0" y="0"/>
                </a:lnTo>
                <a:lnTo>
                  <a:pt x="0" y="1498"/>
                </a:lnTo>
                <a:lnTo>
                  <a:pt x="1508" y="1498"/>
                </a:lnTo>
                <a:lnTo>
                  <a:pt x="1508" y="0"/>
                </a:lnTo>
                <a:close/>
              </a:path>
            </a:pathLst>
          </a:custGeom>
          <a:solidFill>
            <a:srgbClr val="000000"/>
          </a:solidFill>
        </p:spPr>
        <p:txBody>
          <a:bodyPr wrap="square" lIns="0" tIns="0" rIns="0" bIns="0" rtlCol="0"/>
          <a:lstStyle/>
          <a:p>
            <a:endParaRPr/>
          </a:p>
        </p:txBody>
      </p:sp>
      <p:sp>
        <p:nvSpPr>
          <p:cNvPr id="76" name="object 76"/>
          <p:cNvSpPr/>
          <p:nvPr/>
        </p:nvSpPr>
        <p:spPr>
          <a:xfrm>
            <a:off x="277553" y="979665"/>
            <a:ext cx="1905" cy="1905"/>
          </a:xfrm>
          <a:custGeom>
            <a:avLst/>
            <a:gdLst/>
            <a:ahLst/>
            <a:cxnLst/>
            <a:rect l="l" t="t" r="r" b="b"/>
            <a:pathLst>
              <a:path w="1904" h="1905">
                <a:moveTo>
                  <a:pt x="1501" y="1498"/>
                </a:moveTo>
                <a:lnTo>
                  <a:pt x="1501" y="0"/>
                </a:lnTo>
                <a:lnTo>
                  <a:pt x="0" y="0"/>
                </a:lnTo>
                <a:lnTo>
                  <a:pt x="0" y="1498"/>
                </a:lnTo>
                <a:lnTo>
                  <a:pt x="1501" y="1498"/>
                </a:lnTo>
                <a:close/>
              </a:path>
            </a:pathLst>
          </a:custGeom>
          <a:solidFill>
            <a:srgbClr val="000000"/>
          </a:solidFill>
        </p:spPr>
        <p:txBody>
          <a:bodyPr wrap="square" lIns="0" tIns="0" rIns="0" bIns="0" rtlCol="0"/>
          <a:lstStyle/>
          <a:p>
            <a:endParaRPr/>
          </a:p>
        </p:txBody>
      </p:sp>
      <p:sp>
        <p:nvSpPr>
          <p:cNvPr id="77" name="object 77"/>
          <p:cNvSpPr/>
          <p:nvPr/>
        </p:nvSpPr>
        <p:spPr>
          <a:xfrm>
            <a:off x="256506" y="1002220"/>
            <a:ext cx="1905" cy="1905"/>
          </a:xfrm>
          <a:custGeom>
            <a:avLst/>
            <a:gdLst/>
            <a:ahLst/>
            <a:cxnLst/>
            <a:rect l="l" t="t" r="r" b="b"/>
            <a:pathLst>
              <a:path w="1904" h="1905">
                <a:moveTo>
                  <a:pt x="1501" y="0"/>
                </a:moveTo>
                <a:lnTo>
                  <a:pt x="0" y="0"/>
                </a:lnTo>
                <a:lnTo>
                  <a:pt x="0" y="1498"/>
                </a:lnTo>
                <a:lnTo>
                  <a:pt x="1501" y="1498"/>
                </a:lnTo>
                <a:lnTo>
                  <a:pt x="1501" y="0"/>
                </a:lnTo>
                <a:close/>
              </a:path>
            </a:pathLst>
          </a:custGeom>
          <a:solidFill>
            <a:srgbClr val="000000"/>
          </a:solidFill>
        </p:spPr>
        <p:txBody>
          <a:bodyPr wrap="square" lIns="0" tIns="0" rIns="0" bIns="0" rtlCol="0"/>
          <a:lstStyle/>
          <a:p>
            <a:endParaRPr/>
          </a:p>
        </p:txBody>
      </p:sp>
      <p:sp>
        <p:nvSpPr>
          <p:cNvPr id="78" name="object 78"/>
          <p:cNvSpPr/>
          <p:nvPr/>
        </p:nvSpPr>
        <p:spPr>
          <a:xfrm>
            <a:off x="372258" y="1038301"/>
            <a:ext cx="1905" cy="1905"/>
          </a:xfrm>
          <a:custGeom>
            <a:avLst/>
            <a:gdLst/>
            <a:ahLst/>
            <a:cxnLst/>
            <a:rect l="l" t="t" r="r" b="b"/>
            <a:pathLst>
              <a:path w="1904" h="1905">
                <a:moveTo>
                  <a:pt x="1507" y="1498"/>
                </a:moveTo>
                <a:lnTo>
                  <a:pt x="1507" y="0"/>
                </a:lnTo>
                <a:lnTo>
                  <a:pt x="0" y="0"/>
                </a:lnTo>
                <a:lnTo>
                  <a:pt x="0" y="1498"/>
                </a:lnTo>
                <a:lnTo>
                  <a:pt x="1507" y="1498"/>
                </a:lnTo>
                <a:close/>
              </a:path>
            </a:pathLst>
          </a:custGeom>
          <a:solidFill>
            <a:srgbClr val="000000"/>
          </a:solidFill>
        </p:spPr>
        <p:txBody>
          <a:bodyPr wrap="square" lIns="0" tIns="0" rIns="0" bIns="0" rtlCol="0"/>
          <a:lstStyle/>
          <a:p>
            <a:endParaRPr/>
          </a:p>
        </p:txBody>
      </p:sp>
      <p:sp>
        <p:nvSpPr>
          <p:cNvPr id="79" name="object 79"/>
          <p:cNvSpPr/>
          <p:nvPr/>
        </p:nvSpPr>
        <p:spPr>
          <a:xfrm>
            <a:off x="424879" y="1038301"/>
            <a:ext cx="1905" cy="1905"/>
          </a:xfrm>
          <a:custGeom>
            <a:avLst/>
            <a:gdLst/>
            <a:ahLst/>
            <a:cxnLst/>
            <a:rect l="l" t="t" r="r" b="b"/>
            <a:pathLst>
              <a:path w="1904" h="1905">
                <a:moveTo>
                  <a:pt x="1507" y="1498"/>
                </a:moveTo>
                <a:lnTo>
                  <a:pt x="1507" y="0"/>
                </a:lnTo>
                <a:lnTo>
                  <a:pt x="0" y="0"/>
                </a:lnTo>
                <a:lnTo>
                  <a:pt x="0" y="1498"/>
                </a:lnTo>
                <a:lnTo>
                  <a:pt x="1507" y="1498"/>
                </a:lnTo>
                <a:close/>
              </a:path>
            </a:pathLst>
          </a:custGeom>
          <a:solidFill>
            <a:srgbClr val="000000"/>
          </a:solidFill>
        </p:spPr>
        <p:txBody>
          <a:bodyPr wrap="square" lIns="0" tIns="0" rIns="0" bIns="0" rtlCol="0"/>
          <a:lstStyle/>
          <a:p>
            <a:endParaRPr/>
          </a:p>
        </p:txBody>
      </p:sp>
      <p:sp>
        <p:nvSpPr>
          <p:cNvPr id="80" name="object 80"/>
          <p:cNvSpPr/>
          <p:nvPr/>
        </p:nvSpPr>
        <p:spPr>
          <a:xfrm>
            <a:off x="312126" y="973658"/>
            <a:ext cx="1905" cy="1905"/>
          </a:xfrm>
          <a:custGeom>
            <a:avLst/>
            <a:gdLst/>
            <a:ahLst/>
            <a:cxnLst/>
            <a:rect l="l" t="t" r="r" b="b"/>
            <a:pathLst>
              <a:path w="1904" h="1905">
                <a:moveTo>
                  <a:pt x="1508" y="0"/>
                </a:moveTo>
                <a:lnTo>
                  <a:pt x="0" y="0"/>
                </a:lnTo>
                <a:lnTo>
                  <a:pt x="0" y="1498"/>
                </a:lnTo>
                <a:lnTo>
                  <a:pt x="1508" y="1498"/>
                </a:lnTo>
                <a:lnTo>
                  <a:pt x="1508" y="0"/>
                </a:lnTo>
                <a:close/>
              </a:path>
            </a:pathLst>
          </a:custGeom>
          <a:solidFill>
            <a:srgbClr val="000000"/>
          </a:solidFill>
        </p:spPr>
        <p:txBody>
          <a:bodyPr wrap="square" lIns="0" tIns="0" rIns="0" bIns="0" rtlCol="0"/>
          <a:lstStyle/>
          <a:p>
            <a:endParaRPr/>
          </a:p>
        </p:txBody>
      </p:sp>
      <p:sp>
        <p:nvSpPr>
          <p:cNvPr id="81" name="object 81"/>
          <p:cNvSpPr/>
          <p:nvPr/>
        </p:nvSpPr>
        <p:spPr>
          <a:xfrm>
            <a:off x="197873" y="1047318"/>
            <a:ext cx="1905" cy="1905"/>
          </a:xfrm>
          <a:custGeom>
            <a:avLst/>
            <a:gdLst/>
            <a:ahLst/>
            <a:cxnLst/>
            <a:rect l="l" t="t" r="r" b="b"/>
            <a:pathLst>
              <a:path w="1905" h="1905">
                <a:moveTo>
                  <a:pt x="1508" y="0"/>
                </a:moveTo>
                <a:lnTo>
                  <a:pt x="0" y="0"/>
                </a:lnTo>
                <a:lnTo>
                  <a:pt x="0" y="1498"/>
                </a:lnTo>
                <a:lnTo>
                  <a:pt x="1508" y="1498"/>
                </a:lnTo>
                <a:lnTo>
                  <a:pt x="1508" y="0"/>
                </a:lnTo>
                <a:close/>
              </a:path>
            </a:pathLst>
          </a:custGeom>
          <a:solidFill>
            <a:srgbClr val="000000"/>
          </a:solidFill>
        </p:spPr>
        <p:txBody>
          <a:bodyPr wrap="square" lIns="0" tIns="0" rIns="0" bIns="0" rtlCol="0"/>
          <a:lstStyle/>
          <a:p>
            <a:endParaRPr/>
          </a:p>
        </p:txBody>
      </p:sp>
      <p:sp>
        <p:nvSpPr>
          <p:cNvPr id="82" name="object 82"/>
          <p:cNvSpPr/>
          <p:nvPr/>
        </p:nvSpPr>
        <p:spPr>
          <a:xfrm>
            <a:off x="211399" y="1047318"/>
            <a:ext cx="1905" cy="1905"/>
          </a:xfrm>
          <a:custGeom>
            <a:avLst/>
            <a:gdLst/>
            <a:ahLst/>
            <a:cxnLst/>
            <a:rect l="l" t="t" r="r" b="b"/>
            <a:pathLst>
              <a:path w="1904" h="1905">
                <a:moveTo>
                  <a:pt x="1508" y="0"/>
                </a:moveTo>
                <a:lnTo>
                  <a:pt x="0" y="0"/>
                </a:lnTo>
                <a:lnTo>
                  <a:pt x="0" y="1498"/>
                </a:lnTo>
                <a:lnTo>
                  <a:pt x="1508" y="1498"/>
                </a:lnTo>
                <a:lnTo>
                  <a:pt x="1508" y="0"/>
                </a:lnTo>
                <a:close/>
              </a:path>
            </a:pathLst>
          </a:custGeom>
          <a:solidFill>
            <a:srgbClr val="000000"/>
          </a:solidFill>
        </p:spPr>
        <p:txBody>
          <a:bodyPr wrap="square" lIns="0" tIns="0" rIns="0" bIns="0" rtlCol="0"/>
          <a:lstStyle/>
          <a:p>
            <a:endParaRPr/>
          </a:p>
        </p:txBody>
      </p:sp>
      <p:sp>
        <p:nvSpPr>
          <p:cNvPr id="83" name="object 83"/>
          <p:cNvSpPr/>
          <p:nvPr/>
        </p:nvSpPr>
        <p:spPr>
          <a:xfrm>
            <a:off x="358733" y="1047318"/>
            <a:ext cx="1905" cy="1905"/>
          </a:xfrm>
          <a:custGeom>
            <a:avLst/>
            <a:gdLst/>
            <a:ahLst/>
            <a:cxnLst/>
            <a:rect l="l" t="t" r="r" b="b"/>
            <a:pathLst>
              <a:path w="1904" h="1905">
                <a:moveTo>
                  <a:pt x="1507" y="1498"/>
                </a:moveTo>
                <a:lnTo>
                  <a:pt x="1507" y="0"/>
                </a:lnTo>
                <a:lnTo>
                  <a:pt x="0" y="0"/>
                </a:lnTo>
                <a:lnTo>
                  <a:pt x="0" y="1498"/>
                </a:lnTo>
                <a:lnTo>
                  <a:pt x="1507" y="1498"/>
                </a:lnTo>
                <a:close/>
              </a:path>
            </a:pathLst>
          </a:custGeom>
          <a:solidFill>
            <a:srgbClr val="000000"/>
          </a:solidFill>
        </p:spPr>
        <p:txBody>
          <a:bodyPr wrap="square" lIns="0" tIns="0" rIns="0" bIns="0" rtlCol="0"/>
          <a:lstStyle/>
          <a:p>
            <a:endParaRPr/>
          </a:p>
        </p:txBody>
      </p:sp>
      <p:sp>
        <p:nvSpPr>
          <p:cNvPr id="84" name="object 84"/>
          <p:cNvSpPr/>
          <p:nvPr/>
        </p:nvSpPr>
        <p:spPr>
          <a:xfrm>
            <a:off x="361742" y="1057833"/>
            <a:ext cx="1905" cy="1905"/>
          </a:xfrm>
          <a:custGeom>
            <a:avLst/>
            <a:gdLst/>
            <a:ahLst/>
            <a:cxnLst/>
            <a:rect l="l" t="t" r="r" b="b"/>
            <a:pathLst>
              <a:path w="1904" h="1905">
                <a:moveTo>
                  <a:pt x="1497" y="1511"/>
                </a:moveTo>
                <a:lnTo>
                  <a:pt x="1497" y="0"/>
                </a:lnTo>
                <a:lnTo>
                  <a:pt x="0" y="0"/>
                </a:lnTo>
                <a:lnTo>
                  <a:pt x="0" y="1511"/>
                </a:lnTo>
                <a:lnTo>
                  <a:pt x="1497" y="1511"/>
                </a:lnTo>
                <a:close/>
              </a:path>
            </a:pathLst>
          </a:custGeom>
          <a:solidFill>
            <a:srgbClr val="000000"/>
          </a:solidFill>
        </p:spPr>
        <p:txBody>
          <a:bodyPr wrap="square" lIns="0" tIns="0" rIns="0" bIns="0" rtlCol="0"/>
          <a:lstStyle/>
          <a:p>
            <a:endParaRPr/>
          </a:p>
        </p:txBody>
      </p:sp>
      <p:sp>
        <p:nvSpPr>
          <p:cNvPr id="85" name="object 85"/>
          <p:cNvSpPr/>
          <p:nvPr/>
        </p:nvSpPr>
        <p:spPr>
          <a:xfrm>
            <a:off x="270032" y="1002220"/>
            <a:ext cx="1905" cy="1905"/>
          </a:xfrm>
          <a:custGeom>
            <a:avLst/>
            <a:gdLst/>
            <a:ahLst/>
            <a:cxnLst/>
            <a:rect l="l" t="t" r="r" b="b"/>
            <a:pathLst>
              <a:path w="1904" h="1905">
                <a:moveTo>
                  <a:pt x="1508" y="0"/>
                </a:moveTo>
                <a:lnTo>
                  <a:pt x="0" y="0"/>
                </a:lnTo>
                <a:lnTo>
                  <a:pt x="0" y="1498"/>
                </a:lnTo>
                <a:lnTo>
                  <a:pt x="1508" y="1498"/>
                </a:lnTo>
                <a:lnTo>
                  <a:pt x="1508" y="0"/>
                </a:lnTo>
                <a:close/>
              </a:path>
            </a:pathLst>
          </a:custGeom>
          <a:solidFill>
            <a:srgbClr val="000000"/>
          </a:solidFill>
        </p:spPr>
        <p:txBody>
          <a:bodyPr wrap="square" lIns="0" tIns="0" rIns="0" bIns="0" rtlCol="0"/>
          <a:lstStyle/>
          <a:p>
            <a:endParaRPr/>
          </a:p>
        </p:txBody>
      </p:sp>
      <p:sp>
        <p:nvSpPr>
          <p:cNvPr id="86" name="object 86"/>
          <p:cNvSpPr/>
          <p:nvPr/>
        </p:nvSpPr>
        <p:spPr>
          <a:xfrm>
            <a:off x="178337" y="1062355"/>
            <a:ext cx="1905" cy="1905"/>
          </a:xfrm>
          <a:custGeom>
            <a:avLst/>
            <a:gdLst/>
            <a:ahLst/>
            <a:cxnLst/>
            <a:rect l="l" t="t" r="r" b="b"/>
            <a:pathLst>
              <a:path w="1905" h="1905">
                <a:moveTo>
                  <a:pt x="1497" y="0"/>
                </a:moveTo>
                <a:lnTo>
                  <a:pt x="0" y="0"/>
                </a:lnTo>
                <a:lnTo>
                  <a:pt x="0" y="1498"/>
                </a:lnTo>
                <a:lnTo>
                  <a:pt x="1497" y="1498"/>
                </a:lnTo>
                <a:lnTo>
                  <a:pt x="1497" y="0"/>
                </a:lnTo>
                <a:close/>
              </a:path>
            </a:pathLst>
          </a:custGeom>
          <a:solidFill>
            <a:srgbClr val="000000"/>
          </a:solidFill>
        </p:spPr>
        <p:txBody>
          <a:bodyPr wrap="square" lIns="0" tIns="0" rIns="0" bIns="0" rtlCol="0"/>
          <a:lstStyle/>
          <a:p>
            <a:endParaRPr/>
          </a:p>
        </p:txBody>
      </p:sp>
      <p:sp>
        <p:nvSpPr>
          <p:cNvPr id="87" name="object 87"/>
          <p:cNvSpPr/>
          <p:nvPr/>
        </p:nvSpPr>
        <p:spPr>
          <a:xfrm>
            <a:off x="191861" y="1062355"/>
            <a:ext cx="1905" cy="1905"/>
          </a:xfrm>
          <a:custGeom>
            <a:avLst/>
            <a:gdLst/>
            <a:ahLst/>
            <a:cxnLst/>
            <a:rect l="l" t="t" r="r" b="b"/>
            <a:pathLst>
              <a:path w="1905" h="1905">
                <a:moveTo>
                  <a:pt x="1501" y="0"/>
                </a:moveTo>
                <a:lnTo>
                  <a:pt x="0" y="0"/>
                </a:lnTo>
                <a:lnTo>
                  <a:pt x="0" y="1498"/>
                </a:lnTo>
                <a:lnTo>
                  <a:pt x="1501" y="1498"/>
                </a:lnTo>
                <a:lnTo>
                  <a:pt x="1501" y="0"/>
                </a:lnTo>
                <a:close/>
              </a:path>
            </a:pathLst>
          </a:custGeom>
          <a:solidFill>
            <a:srgbClr val="000000"/>
          </a:solidFill>
        </p:spPr>
        <p:txBody>
          <a:bodyPr wrap="square" lIns="0" tIns="0" rIns="0" bIns="0" rtlCol="0"/>
          <a:lstStyle/>
          <a:p>
            <a:endParaRPr/>
          </a:p>
        </p:txBody>
      </p:sp>
      <p:sp>
        <p:nvSpPr>
          <p:cNvPr id="88" name="object 88"/>
          <p:cNvSpPr/>
          <p:nvPr/>
        </p:nvSpPr>
        <p:spPr>
          <a:xfrm>
            <a:off x="187354" y="985685"/>
            <a:ext cx="1905" cy="1905"/>
          </a:xfrm>
          <a:custGeom>
            <a:avLst/>
            <a:gdLst/>
            <a:ahLst/>
            <a:cxnLst/>
            <a:rect l="l" t="t" r="r" b="b"/>
            <a:pathLst>
              <a:path w="1905" h="1905">
                <a:moveTo>
                  <a:pt x="1498" y="0"/>
                </a:moveTo>
                <a:lnTo>
                  <a:pt x="0" y="0"/>
                </a:lnTo>
                <a:lnTo>
                  <a:pt x="0" y="1498"/>
                </a:lnTo>
                <a:lnTo>
                  <a:pt x="1498" y="1498"/>
                </a:lnTo>
                <a:lnTo>
                  <a:pt x="1498" y="0"/>
                </a:lnTo>
                <a:close/>
              </a:path>
            </a:pathLst>
          </a:custGeom>
          <a:solidFill>
            <a:srgbClr val="000000"/>
          </a:solidFill>
        </p:spPr>
        <p:txBody>
          <a:bodyPr wrap="square" lIns="0" tIns="0" rIns="0" bIns="0" rtlCol="0"/>
          <a:lstStyle/>
          <a:p>
            <a:endParaRPr/>
          </a:p>
        </p:txBody>
      </p:sp>
      <p:sp>
        <p:nvSpPr>
          <p:cNvPr id="89" name="object 89"/>
          <p:cNvSpPr/>
          <p:nvPr/>
        </p:nvSpPr>
        <p:spPr>
          <a:xfrm>
            <a:off x="391806" y="1063853"/>
            <a:ext cx="1905" cy="1905"/>
          </a:xfrm>
          <a:custGeom>
            <a:avLst/>
            <a:gdLst/>
            <a:ahLst/>
            <a:cxnLst/>
            <a:rect l="l" t="t" r="r" b="b"/>
            <a:pathLst>
              <a:path w="1904"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90" name="object 90"/>
          <p:cNvSpPr/>
          <p:nvPr/>
        </p:nvSpPr>
        <p:spPr>
          <a:xfrm>
            <a:off x="393307" y="1011237"/>
            <a:ext cx="1905" cy="1905"/>
          </a:xfrm>
          <a:custGeom>
            <a:avLst/>
            <a:gdLst/>
            <a:ahLst/>
            <a:cxnLst/>
            <a:rect l="l" t="t" r="r" b="b"/>
            <a:pathLst>
              <a:path w="1904" h="1905">
                <a:moveTo>
                  <a:pt x="1504" y="1498"/>
                </a:moveTo>
                <a:lnTo>
                  <a:pt x="1504" y="0"/>
                </a:lnTo>
                <a:lnTo>
                  <a:pt x="0" y="0"/>
                </a:lnTo>
                <a:lnTo>
                  <a:pt x="0" y="1498"/>
                </a:lnTo>
                <a:lnTo>
                  <a:pt x="1504" y="1498"/>
                </a:lnTo>
                <a:close/>
              </a:path>
            </a:pathLst>
          </a:custGeom>
          <a:solidFill>
            <a:srgbClr val="000000"/>
          </a:solidFill>
        </p:spPr>
        <p:txBody>
          <a:bodyPr wrap="square" lIns="0" tIns="0" rIns="0" bIns="0" rtlCol="0"/>
          <a:lstStyle/>
          <a:p>
            <a:endParaRPr/>
          </a:p>
        </p:txBody>
      </p:sp>
      <p:sp>
        <p:nvSpPr>
          <p:cNvPr id="91" name="object 91"/>
          <p:cNvSpPr/>
          <p:nvPr/>
        </p:nvSpPr>
        <p:spPr>
          <a:xfrm>
            <a:off x="188852" y="984173"/>
            <a:ext cx="1905" cy="1905"/>
          </a:xfrm>
          <a:custGeom>
            <a:avLst/>
            <a:gdLst/>
            <a:ahLst/>
            <a:cxnLst/>
            <a:rect l="l" t="t" r="r" b="b"/>
            <a:pathLst>
              <a:path w="1905"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92" name="object 92"/>
          <p:cNvSpPr/>
          <p:nvPr/>
        </p:nvSpPr>
        <p:spPr>
          <a:xfrm>
            <a:off x="276048" y="987183"/>
            <a:ext cx="1905" cy="1905"/>
          </a:xfrm>
          <a:custGeom>
            <a:avLst/>
            <a:gdLst/>
            <a:ahLst/>
            <a:cxnLst/>
            <a:rect l="l" t="t" r="r" b="b"/>
            <a:pathLst>
              <a:path w="1904" h="1905">
                <a:moveTo>
                  <a:pt x="1504" y="0"/>
                </a:moveTo>
                <a:lnTo>
                  <a:pt x="0" y="0"/>
                </a:lnTo>
                <a:lnTo>
                  <a:pt x="0" y="1498"/>
                </a:lnTo>
                <a:lnTo>
                  <a:pt x="1504" y="1498"/>
                </a:lnTo>
                <a:lnTo>
                  <a:pt x="1504" y="0"/>
                </a:lnTo>
                <a:close/>
              </a:path>
            </a:pathLst>
          </a:custGeom>
          <a:solidFill>
            <a:srgbClr val="000000"/>
          </a:solidFill>
        </p:spPr>
        <p:txBody>
          <a:bodyPr wrap="square" lIns="0" tIns="0" rIns="0" bIns="0" rtlCol="0"/>
          <a:lstStyle/>
          <a:p>
            <a:endParaRPr/>
          </a:p>
        </p:txBody>
      </p:sp>
      <p:sp>
        <p:nvSpPr>
          <p:cNvPr id="93" name="object 93"/>
          <p:cNvSpPr/>
          <p:nvPr/>
        </p:nvSpPr>
        <p:spPr>
          <a:xfrm>
            <a:off x="369258" y="1023264"/>
            <a:ext cx="1905" cy="1905"/>
          </a:xfrm>
          <a:custGeom>
            <a:avLst/>
            <a:gdLst/>
            <a:ahLst/>
            <a:cxnLst/>
            <a:rect l="l" t="t" r="r" b="b"/>
            <a:pathLst>
              <a:path w="1904" h="1905">
                <a:moveTo>
                  <a:pt x="1501" y="1498"/>
                </a:moveTo>
                <a:lnTo>
                  <a:pt x="1501" y="0"/>
                </a:lnTo>
                <a:lnTo>
                  <a:pt x="0" y="0"/>
                </a:lnTo>
                <a:lnTo>
                  <a:pt x="0" y="1498"/>
                </a:lnTo>
                <a:lnTo>
                  <a:pt x="1501" y="1498"/>
                </a:lnTo>
                <a:close/>
              </a:path>
            </a:pathLst>
          </a:custGeom>
          <a:solidFill>
            <a:srgbClr val="000000"/>
          </a:solidFill>
        </p:spPr>
        <p:txBody>
          <a:bodyPr wrap="square" lIns="0" tIns="0" rIns="0" bIns="0" rtlCol="0"/>
          <a:lstStyle/>
          <a:p>
            <a:endParaRPr/>
          </a:p>
        </p:txBody>
      </p:sp>
      <p:sp>
        <p:nvSpPr>
          <p:cNvPr id="94" name="object 94"/>
          <p:cNvSpPr/>
          <p:nvPr/>
        </p:nvSpPr>
        <p:spPr>
          <a:xfrm>
            <a:off x="212907" y="972147"/>
            <a:ext cx="1905" cy="1905"/>
          </a:xfrm>
          <a:custGeom>
            <a:avLst/>
            <a:gdLst/>
            <a:ahLst/>
            <a:cxnLst/>
            <a:rect l="l" t="t" r="r" b="b"/>
            <a:pathLst>
              <a:path w="1904"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95" name="object 95"/>
          <p:cNvSpPr/>
          <p:nvPr/>
        </p:nvSpPr>
        <p:spPr>
          <a:xfrm>
            <a:off x="433900" y="1078890"/>
            <a:ext cx="1905" cy="1905"/>
          </a:xfrm>
          <a:custGeom>
            <a:avLst/>
            <a:gdLst/>
            <a:ahLst/>
            <a:cxnLst/>
            <a:rect l="l" t="t" r="r" b="b"/>
            <a:pathLst>
              <a:path w="1904" h="1905">
                <a:moveTo>
                  <a:pt x="1504" y="0"/>
                </a:moveTo>
                <a:lnTo>
                  <a:pt x="0" y="0"/>
                </a:lnTo>
                <a:lnTo>
                  <a:pt x="0" y="1498"/>
                </a:lnTo>
                <a:lnTo>
                  <a:pt x="1504" y="1498"/>
                </a:lnTo>
                <a:lnTo>
                  <a:pt x="1504" y="0"/>
                </a:lnTo>
                <a:close/>
              </a:path>
            </a:pathLst>
          </a:custGeom>
          <a:solidFill>
            <a:srgbClr val="000000"/>
          </a:solidFill>
        </p:spPr>
        <p:txBody>
          <a:bodyPr wrap="square" lIns="0" tIns="0" rIns="0" bIns="0" rtlCol="0"/>
          <a:lstStyle/>
          <a:p>
            <a:endParaRPr/>
          </a:p>
        </p:txBody>
      </p:sp>
      <p:sp>
        <p:nvSpPr>
          <p:cNvPr id="96" name="object 96"/>
          <p:cNvSpPr/>
          <p:nvPr/>
        </p:nvSpPr>
        <p:spPr>
          <a:xfrm>
            <a:off x="369258" y="1080389"/>
            <a:ext cx="1905" cy="1905"/>
          </a:xfrm>
          <a:custGeom>
            <a:avLst/>
            <a:gdLst/>
            <a:ahLst/>
            <a:cxnLst/>
            <a:rect l="l" t="t" r="r" b="b"/>
            <a:pathLst>
              <a:path w="1904" h="1905">
                <a:moveTo>
                  <a:pt x="1501" y="1511"/>
                </a:moveTo>
                <a:lnTo>
                  <a:pt x="1501" y="0"/>
                </a:lnTo>
                <a:lnTo>
                  <a:pt x="0" y="0"/>
                </a:lnTo>
                <a:lnTo>
                  <a:pt x="0" y="1511"/>
                </a:lnTo>
                <a:lnTo>
                  <a:pt x="1501" y="1511"/>
                </a:lnTo>
                <a:close/>
              </a:path>
            </a:pathLst>
          </a:custGeom>
          <a:solidFill>
            <a:srgbClr val="000000"/>
          </a:solidFill>
        </p:spPr>
        <p:txBody>
          <a:bodyPr wrap="square" lIns="0" tIns="0" rIns="0" bIns="0" rtlCol="0"/>
          <a:lstStyle/>
          <a:p>
            <a:endParaRPr/>
          </a:p>
        </p:txBody>
      </p:sp>
      <p:sp>
        <p:nvSpPr>
          <p:cNvPr id="97" name="object 97"/>
          <p:cNvSpPr/>
          <p:nvPr/>
        </p:nvSpPr>
        <p:spPr>
          <a:xfrm>
            <a:off x="409845" y="1084897"/>
            <a:ext cx="1905" cy="1905"/>
          </a:xfrm>
          <a:custGeom>
            <a:avLst/>
            <a:gdLst/>
            <a:ahLst/>
            <a:cxnLst/>
            <a:rect l="l" t="t" r="r" b="b"/>
            <a:pathLst>
              <a:path w="1904" h="1905">
                <a:moveTo>
                  <a:pt x="1508" y="1511"/>
                </a:moveTo>
                <a:lnTo>
                  <a:pt x="1508" y="0"/>
                </a:lnTo>
                <a:lnTo>
                  <a:pt x="0" y="0"/>
                </a:lnTo>
                <a:lnTo>
                  <a:pt x="0" y="1511"/>
                </a:lnTo>
                <a:lnTo>
                  <a:pt x="1508" y="1511"/>
                </a:lnTo>
                <a:close/>
              </a:path>
            </a:pathLst>
          </a:custGeom>
          <a:solidFill>
            <a:srgbClr val="000000"/>
          </a:solidFill>
        </p:spPr>
        <p:txBody>
          <a:bodyPr wrap="square" lIns="0" tIns="0" rIns="0" bIns="0" rtlCol="0"/>
          <a:lstStyle/>
          <a:p>
            <a:endParaRPr/>
          </a:p>
        </p:txBody>
      </p:sp>
      <p:sp>
        <p:nvSpPr>
          <p:cNvPr id="98" name="object 98"/>
          <p:cNvSpPr/>
          <p:nvPr/>
        </p:nvSpPr>
        <p:spPr>
          <a:xfrm>
            <a:off x="427884" y="1084897"/>
            <a:ext cx="1905" cy="1905"/>
          </a:xfrm>
          <a:custGeom>
            <a:avLst/>
            <a:gdLst/>
            <a:ahLst/>
            <a:cxnLst/>
            <a:rect l="l" t="t" r="r" b="b"/>
            <a:pathLst>
              <a:path w="1904" h="1905">
                <a:moveTo>
                  <a:pt x="1508" y="0"/>
                </a:moveTo>
                <a:lnTo>
                  <a:pt x="0" y="0"/>
                </a:lnTo>
                <a:lnTo>
                  <a:pt x="0" y="1511"/>
                </a:lnTo>
                <a:lnTo>
                  <a:pt x="1508" y="1511"/>
                </a:lnTo>
                <a:lnTo>
                  <a:pt x="1508" y="0"/>
                </a:lnTo>
                <a:close/>
              </a:path>
            </a:pathLst>
          </a:custGeom>
          <a:solidFill>
            <a:srgbClr val="000000"/>
          </a:solidFill>
        </p:spPr>
        <p:txBody>
          <a:bodyPr wrap="square" lIns="0" tIns="0" rIns="0" bIns="0" rtlCol="0"/>
          <a:lstStyle/>
          <a:p>
            <a:endParaRPr/>
          </a:p>
        </p:txBody>
      </p:sp>
      <p:sp>
        <p:nvSpPr>
          <p:cNvPr id="99" name="object 99"/>
          <p:cNvSpPr/>
          <p:nvPr/>
        </p:nvSpPr>
        <p:spPr>
          <a:xfrm>
            <a:off x="214409" y="970648"/>
            <a:ext cx="1905" cy="1905"/>
          </a:xfrm>
          <a:custGeom>
            <a:avLst/>
            <a:gdLst/>
            <a:ahLst/>
            <a:cxnLst/>
            <a:rect l="l" t="t" r="r" b="b"/>
            <a:pathLst>
              <a:path w="1904" h="1905">
                <a:moveTo>
                  <a:pt x="1504" y="0"/>
                </a:moveTo>
                <a:lnTo>
                  <a:pt x="0" y="0"/>
                </a:lnTo>
                <a:lnTo>
                  <a:pt x="0" y="1498"/>
                </a:lnTo>
                <a:lnTo>
                  <a:pt x="1504" y="1498"/>
                </a:lnTo>
                <a:lnTo>
                  <a:pt x="1504" y="0"/>
                </a:lnTo>
                <a:close/>
              </a:path>
            </a:pathLst>
          </a:custGeom>
          <a:solidFill>
            <a:srgbClr val="000000"/>
          </a:solidFill>
        </p:spPr>
        <p:txBody>
          <a:bodyPr wrap="square" lIns="0" tIns="0" rIns="0" bIns="0" rtlCol="0"/>
          <a:lstStyle/>
          <a:p>
            <a:endParaRPr/>
          </a:p>
        </p:txBody>
      </p:sp>
      <p:sp>
        <p:nvSpPr>
          <p:cNvPr id="100" name="object 100"/>
          <p:cNvSpPr/>
          <p:nvPr/>
        </p:nvSpPr>
        <p:spPr>
          <a:xfrm>
            <a:off x="217418" y="967638"/>
            <a:ext cx="1905" cy="1905"/>
          </a:xfrm>
          <a:custGeom>
            <a:avLst/>
            <a:gdLst/>
            <a:ahLst/>
            <a:cxnLst/>
            <a:rect l="l" t="t" r="r" b="b"/>
            <a:pathLst>
              <a:path w="1904" h="1905">
                <a:moveTo>
                  <a:pt x="1501" y="0"/>
                </a:moveTo>
                <a:lnTo>
                  <a:pt x="0" y="0"/>
                </a:lnTo>
                <a:lnTo>
                  <a:pt x="0" y="1511"/>
                </a:lnTo>
                <a:lnTo>
                  <a:pt x="1501" y="1511"/>
                </a:lnTo>
                <a:lnTo>
                  <a:pt x="1501" y="0"/>
                </a:lnTo>
                <a:close/>
              </a:path>
            </a:pathLst>
          </a:custGeom>
          <a:solidFill>
            <a:srgbClr val="000000"/>
          </a:solidFill>
        </p:spPr>
        <p:txBody>
          <a:bodyPr wrap="square" lIns="0" tIns="0" rIns="0" bIns="0" rtlCol="0"/>
          <a:lstStyle/>
          <a:p>
            <a:endParaRPr/>
          </a:p>
        </p:txBody>
      </p:sp>
      <p:sp>
        <p:nvSpPr>
          <p:cNvPr id="101" name="object 101"/>
          <p:cNvSpPr/>
          <p:nvPr/>
        </p:nvSpPr>
        <p:spPr>
          <a:xfrm>
            <a:off x="318138" y="961631"/>
            <a:ext cx="1905" cy="1905"/>
          </a:xfrm>
          <a:custGeom>
            <a:avLst/>
            <a:gdLst/>
            <a:ahLst/>
            <a:cxnLst/>
            <a:rect l="l" t="t" r="r" b="b"/>
            <a:pathLst>
              <a:path w="1904" h="1905">
                <a:moveTo>
                  <a:pt x="1508" y="0"/>
                </a:moveTo>
                <a:lnTo>
                  <a:pt x="0" y="0"/>
                </a:lnTo>
                <a:lnTo>
                  <a:pt x="0" y="1498"/>
                </a:lnTo>
                <a:lnTo>
                  <a:pt x="1508" y="1498"/>
                </a:lnTo>
                <a:lnTo>
                  <a:pt x="1508" y="0"/>
                </a:lnTo>
                <a:close/>
              </a:path>
            </a:pathLst>
          </a:custGeom>
          <a:solidFill>
            <a:srgbClr val="000000"/>
          </a:solidFill>
        </p:spPr>
        <p:txBody>
          <a:bodyPr wrap="square" lIns="0" tIns="0" rIns="0" bIns="0" rtlCol="0"/>
          <a:lstStyle/>
          <a:p>
            <a:endParaRPr/>
          </a:p>
        </p:txBody>
      </p:sp>
      <p:sp>
        <p:nvSpPr>
          <p:cNvPr id="102" name="object 102"/>
          <p:cNvSpPr/>
          <p:nvPr/>
        </p:nvSpPr>
        <p:spPr>
          <a:xfrm>
            <a:off x="400827" y="866914"/>
            <a:ext cx="1905" cy="1905"/>
          </a:xfrm>
          <a:custGeom>
            <a:avLst/>
            <a:gdLst/>
            <a:ahLst/>
            <a:cxnLst/>
            <a:rect l="l" t="t" r="r" b="b"/>
            <a:pathLst>
              <a:path w="1904" h="1905">
                <a:moveTo>
                  <a:pt x="1497" y="1511"/>
                </a:moveTo>
                <a:lnTo>
                  <a:pt x="1497" y="0"/>
                </a:lnTo>
                <a:lnTo>
                  <a:pt x="0" y="0"/>
                </a:lnTo>
                <a:lnTo>
                  <a:pt x="0" y="1511"/>
                </a:lnTo>
                <a:lnTo>
                  <a:pt x="1497" y="1511"/>
                </a:lnTo>
                <a:close/>
              </a:path>
            </a:pathLst>
          </a:custGeom>
          <a:solidFill>
            <a:srgbClr val="000000"/>
          </a:solidFill>
        </p:spPr>
        <p:txBody>
          <a:bodyPr wrap="square" lIns="0" tIns="0" rIns="0" bIns="0" rtlCol="0"/>
          <a:lstStyle/>
          <a:p>
            <a:endParaRPr/>
          </a:p>
        </p:txBody>
      </p:sp>
      <p:sp>
        <p:nvSpPr>
          <p:cNvPr id="103" name="object 103"/>
          <p:cNvSpPr/>
          <p:nvPr/>
        </p:nvSpPr>
        <p:spPr>
          <a:xfrm>
            <a:off x="366252" y="921029"/>
            <a:ext cx="1905" cy="1905"/>
          </a:xfrm>
          <a:custGeom>
            <a:avLst/>
            <a:gdLst/>
            <a:ahLst/>
            <a:cxnLst/>
            <a:rect l="l" t="t" r="r" b="b"/>
            <a:pathLst>
              <a:path w="1904" h="1905">
                <a:moveTo>
                  <a:pt x="1501" y="1511"/>
                </a:moveTo>
                <a:lnTo>
                  <a:pt x="1501" y="0"/>
                </a:lnTo>
                <a:lnTo>
                  <a:pt x="0" y="0"/>
                </a:lnTo>
                <a:lnTo>
                  <a:pt x="0" y="1511"/>
                </a:lnTo>
                <a:lnTo>
                  <a:pt x="1501" y="1511"/>
                </a:lnTo>
                <a:close/>
              </a:path>
            </a:pathLst>
          </a:custGeom>
          <a:solidFill>
            <a:srgbClr val="000000"/>
          </a:solidFill>
        </p:spPr>
        <p:txBody>
          <a:bodyPr wrap="square" lIns="0" tIns="0" rIns="0" bIns="0" rtlCol="0"/>
          <a:lstStyle/>
          <a:p>
            <a:endParaRPr/>
          </a:p>
        </p:txBody>
      </p:sp>
      <p:sp>
        <p:nvSpPr>
          <p:cNvPr id="104" name="object 104"/>
          <p:cNvSpPr/>
          <p:nvPr/>
        </p:nvSpPr>
        <p:spPr>
          <a:xfrm>
            <a:off x="142250" y="1069873"/>
            <a:ext cx="1905" cy="1905"/>
          </a:xfrm>
          <a:custGeom>
            <a:avLst/>
            <a:gdLst/>
            <a:ahLst/>
            <a:cxnLst/>
            <a:rect l="l" t="t" r="r" b="b"/>
            <a:pathLst>
              <a:path w="1905" h="1905">
                <a:moveTo>
                  <a:pt x="1504" y="1498"/>
                </a:moveTo>
                <a:lnTo>
                  <a:pt x="1504" y="0"/>
                </a:lnTo>
                <a:lnTo>
                  <a:pt x="0" y="0"/>
                </a:lnTo>
                <a:lnTo>
                  <a:pt x="0" y="1498"/>
                </a:lnTo>
                <a:lnTo>
                  <a:pt x="1504" y="1498"/>
                </a:lnTo>
                <a:close/>
              </a:path>
            </a:pathLst>
          </a:custGeom>
          <a:solidFill>
            <a:srgbClr val="000000"/>
          </a:solidFill>
        </p:spPr>
        <p:txBody>
          <a:bodyPr wrap="square" lIns="0" tIns="0" rIns="0" bIns="0" rtlCol="0"/>
          <a:lstStyle/>
          <a:p>
            <a:endParaRPr/>
          </a:p>
        </p:txBody>
      </p:sp>
      <p:sp>
        <p:nvSpPr>
          <p:cNvPr id="105" name="object 105"/>
          <p:cNvSpPr/>
          <p:nvPr/>
        </p:nvSpPr>
        <p:spPr>
          <a:xfrm>
            <a:off x="263688" y="1816024"/>
            <a:ext cx="98425" cy="310515"/>
          </a:xfrm>
          <a:custGeom>
            <a:avLst/>
            <a:gdLst/>
            <a:ahLst/>
            <a:cxnLst/>
            <a:rect l="l" t="t" r="r" b="b"/>
            <a:pathLst>
              <a:path w="98425" h="310514">
                <a:moveTo>
                  <a:pt x="98032" y="0"/>
                </a:moveTo>
                <a:lnTo>
                  <a:pt x="26888" y="0"/>
                </a:lnTo>
                <a:lnTo>
                  <a:pt x="16432" y="2410"/>
                </a:lnTo>
                <a:lnTo>
                  <a:pt x="7884" y="8980"/>
                </a:lnTo>
                <a:lnTo>
                  <a:pt x="2116" y="18714"/>
                </a:lnTo>
                <a:lnTo>
                  <a:pt x="0" y="30619"/>
                </a:lnTo>
                <a:lnTo>
                  <a:pt x="0" y="279331"/>
                </a:lnTo>
                <a:lnTo>
                  <a:pt x="2116" y="291237"/>
                </a:lnTo>
                <a:lnTo>
                  <a:pt x="7884" y="300973"/>
                </a:lnTo>
                <a:lnTo>
                  <a:pt x="16432" y="307544"/>
                </a:lnTo>
                <a:lnTo>
                  <a:pt x="26888" y="309956"/>
                </a:lnTo>
                <a:lnTo>
                  <a:pt x="98032" y="309956"/>
                </a:lnTo>
                <a:lnTo>
                  <a:pt x="98032" y="298471"/>
                </a:lnTo>
                <a:lnTo>
                  <a:pt x="26888" y="298471"/>
                </a:lnTo>
                <a:lnTo>
                  <a:pt x="20347" y="296967"/>
                </a:lnTo>
                <a:lnTo>
                  <a:pt x="15006" y="292866"/>
                </a:lnTo>
                <a:lnTo>
                  <a:pt x="11404" y="286782"/>
                </a:lnTo>
                <a:lnTo>
                  <a:pt x="10083" y="279331"/>
                </a:lnTo>
                <a:lnTo>
                  <a:pt x="10083" y="30619"/>
                </a:lnTo>
                <a:lnTo>
                  <a:pt x="11404" y="23171"/>
                </a:lnTo>
                <a:lnTo>
                  <a:pt x="15006" y="17087"/>
                </a:lnTo>
                <a:lnTo>
                  <a:pt x="20347" y="12985"/>
                </a:lnTo>
                <a:lnTo>
                  <a:pt x="26888" y="11480"/>
                </a:lnTo>
                <a:lnTo>
                  <a:pt x="98032" y="11480"/>
                </a:lnTo>
                <a:lnTo>
                  <a:pt x="98032" y="0"/>
                </a:lnTo>
                <a:close/>
              </a:path>
            </a:pathLst>
          </a:custGeom>
          <a:solidFill>
            <a:srgbClr val="FFFFFF"/>
          </a:solidFill>
        </p:spPr>
        <p:txBody>
          <a:bodyPr wrap="square" lIns="0" tIns="0" rIns="0" bIns="0" rtlCol="0"/>
          <a:lstStyle/>
          <a:p>
            <a:endParaRPr/>
          </a:p>
        </p:txBody>
      </p:sp>
      <p:sp>
        <p:nvSpPr>
          <p:cNvPr id="106" name="object 106"/>
          <p:cNvSpPr/>
          <p:nvPr/>
        </p:nvSpPr>
        <p:spPr>
          <a:xfrm>
            <a:off x="361721" y="1816024"/>
            <a:ext cx="98425" cy="310515"/>
          </a:xfrm>
          <a:custGeom>
            <a:avLst/>
            <a:gdLst/>
            <a:ahLst/>
            <a:cxnLst/>
            <a:rect l="l" t="t" r="r" b="b"/>
            <a:pathLst>
              <a:path w="98425" h="310514">
                <a:moveTo>
                  <a:pt x="71142" y="0"/>
                </a:moveTo>
                <a:lnTo>
                  <a:pt x="0" y="0"/>
                </a:lnTo>
                <a:lnTo>
                  <a:pt x="0" y="11480"/>
                </a:lnTo>
                <a:lnTo>
                  <a:pt x="71142" y="11480"/>
                </a:lnTo>
                <a:lnTo>
                  <a:pt x="77687" y="12985"/>
                </a:lnTo>
                <a:lnTo>
                  <a:pt x="83029" y="17087"/>
                </a:lnTo>
                <a:lnTo>
                  <a:pt x="86631" y="23171"/>
                </a:lnTo>
                <a:lnTo>
                  <a:pt x="87951" y="30619"/>
                </a:lnTo>
                <a:lnTo>
                  <a:pt x="87951" y="279331"/>
                </a:lnTo>
                <a:lnTo>
                  <a:pt x="86631" y="286782"/>
                </a:lnTo>
                <a:lnTo>
                  <a:pt x="83029" y="292866"/>
                </a:lnTo>
                <a:lnTo>
                  <a:pt x="77687" y="296967"/>
                </a:lnTo>
                <a:lnTo>
                  <a:pt x="71142" y="298471"/>
                </a:lnTo>
                <a:lnTo>
                  <a:pt x="0" y="298471"/>
                </a:lnTo>
                <a:lnTo>
                  <a:pt x="0" y="309956"/>
                </a:lnTo>
                <a:lnTo>
                  <a:pt x="71142" y="309956"/>
                </a:lnTo>
                <a:lnTo>
                  <a:pt x="81598" y="307544"/>
                </a:lnTo>
                <a:lnTo>
                  <a:pt x="90148" y="300973"/>
                </a:lnTo>
                <a:lnTo>
                  <a:pt x="95917" y="291237"/>
                </a:lnTo>
                <a:lnTo>
                  <a:pt x="98035" y="279331"/>
                </a:lnTo>
                <a:lnTo>
                  <a:pt x="98035" y="30619"/>
                </a:lnTo>
                <a:lnTo>
                  <a:pt x="95917" y="18714"/>
                </a:lnTo>
                <a:lnTo>
                  <a:pt x="90148" y="8980"/>
                </a:lnTo>
                <a:lnTo>
                  <a:pt x="81598" y="2410"/>
                </a:lnTo>
                <a:lnTo>
                  <a:pt x="71142" y="0"/>
                </a:lnTo>
                <a:close/>
              </a:path>
            </a:pathLst>
          </a:custGeom>
          <a:solidFill>
            <a:srgbClr val="FFFFFF"/>
          </a:solidFill>
        </p:spPr>
        <p:txBody>
          <a:bodyPr wrap="square" lIns="0" tIns="0" rIns="0" bIns="0" rtlCol="0"/>
          <a:lstStyle/>
          <a:p>
            <a:endParaRPr/>
          </a:p>
        </p:txBody>
      </p:sp>
      <p:sp>
        <p:nvSpPr>
          <p:cNvPr id="107" name="object 107"/>
          <p:cNvSpPr/>
          <p:nvPr/>
        </p:nvSpPr>
        <p:spPr>
          <a:xfrm>
            <a:off x="349840" y="2080119"/>
            <a:ext cx="24130" cy="27305"/>
          </a:xfrm>
          <a:custGeom>
            <a:avLst/>
            <a:gdLst/>
            <a:ahLst/>
            <a:cxnLst/>
            <a:rect l="l" t="t" r="r" b="b"/>
            <a:pathLst>
              <a:path w="24129" h="27305">
                <a:moveTo>
                  <a:pt x="18439" y="0"/>
                </a:moveTo>
                <a:lnTo>
                  <a:pt x="5321" y="0"/>
                </a:lnTo>
                <a:lnTo>
                  <a:pt x="0" y="6062"/>
                </a:lnTo>
                <a:lnTo>
                  <a:pt x="0" y="21009"/>
                </a:lnTo>
                <a:lnTo>
                  <a:pt x="5321" y="27068"/>
                </a:lnTo>
                <a:lnTo>
                  <a:pt x="18439" y="27068"/>
                </a:lnTo>
                <a:lnTo>
                  <a:pt x="23760" y="21009"/>
                </a:lnTo>
                <a:lnTo>
                  <a:pt x="23760" y="6062"/>
                </a:lnTo>
                <a:lnTo>
                  <a:pt x="18439" y="0"/>
                </a:lnTo>
                <a:close/>
              </a:path>
            </a:pathLst>
          </a:custGeom>
          <a:solidFill>
            <a:srgbClr val="FFFFFF"/>
          </a:solidFill>
        </p:spPr>
        <p:txBody>
          <a:bodyPr wrap="square" lIns="0" tIns="0" rIns="0" bIns="0" rtlCol="0"/>
          <a:lstStyle/>
          <a:p>
            <a:endParaRPr/>
          </a:p>
        </p:txBody>
      </p:sp>
      <p:sp>
        <p:nvSpPr>
          <p:cNvPr id="108" name="object 108"/>
          <p:cNvSpPr/>
          <p:nvPr/>
        </p:nvSpPr>
        <p:spPr>
          <a:xfrm>
            <a:off x="315911" y="1929752"/>
            <a:ext cx="91622" cy="80568"/>
          </a:xfrm>
          <a:prstGeom prst="rect">
            <a:avLst/>
          </a:prstGeom>
          <a:blipFill>
            <a:blip r:embed="rId4" cstate="print"/>
            <a:stretch>
              <a:fillRect/>
            </a:stretch>
          </a:blipFill>
        </p:spPr>
        <p:txBody>
          <a:bodyPr wrap="square" lIns="0" tIns="0" rIns="0" bIns="0" rtlCol="0"/>
          <a:lstStyle/>
          <a:p>
            <a:endParaRPr/>
          </a:p>
        </p:txBody>
      </p:sp>
      <p:sp>
        <p:nvSpPr>
          <p:cNvPr id="109" name="object 109"/>
          <p:cNvSpPr/>
          <p:nvPr/>
        </p:nvSpPr>
        <p:spPr>
          <a:xfrm>
            <a:off x="242953" y="1787487"/>
            <a:ext cx="237534" cy="95326"/>
          </a:xfrm>
          <a:prstGeom prst="rect">
            <a:avLst/>
          </a:prstGeom>
          <a:blipFill>
            <a:blip r:embed="rId5" cstate="print"/>
            <a:stretch>
              <a:fillRect/>
            </a:stretch>
          </a:blipFill>
        </p:spPr>
        <p:txBody>
          <a:bodyPr wrap="square" lIns="0" tIns="0" rIns="0" bIns="0" rtlCol="0"/>
          <a:lstStyle/>
          <a:p>
            <a:endParaRPr/>
          </a:p>
        </p:txBody>
      </p:sp>
      <p:sp>
        <p:nvSpPr>
          <p:cNvPr id="110" name="object 110"/>
          <p:cNvSpPr txBox="1"/>
          <p:nvPr/>
        </p:nvSpPr>
        <p:spPr>
          <a:xfrm>
            <a:off x="92456" y="1390819"/>
            <a:ext cx="596900" cy="399415"/>
          </a:xfrm>
          <a:prstGeom prst="rect">
            <a:avLst/>
          </a:prstGeom>
        </p:spPr>
        <p:txBody>
          <a:bodyPr vert="horz" wrap="square" lIns="0" tIns="12700" rIns="0" bIns="0" rtlCol="0">
            <a:spAutoFit/>
          </a:bodyPr>
          <a:lstStyle/>
          <a:p>
            <a:pPr marL="12700" marR="5080" algn="ctr">
              <a:lnSpc>
                <a:spcPct val="116799"/>
              </a:lnSpc>
              <a:spcBef>
                <a:spcPts val="100"/>
              </a:spcBef>
            </a:pPr>
            <a:r>
              <a:rPr sz="700" spc="10" dirty="0">
                <a:solidFill>
                  <a:srgbClr val="FFFFFF"/>
                </a:solidFill>
                <a:latin typeface="Verdana"/>
                <a:cs typeface="Verdana"/>
              </a:rPr>
              <a:t>MOBILE</a:t>
            </a:r>
            <a:r>
              <a:rPr sz="700" spc="-150" dirty="0">
                <a:solidFill>
                  <a:srgbClr val="FFFFFF"/>
                </a:solidFill>
                <a:latin typeface="Verdana"/>
                <a:cs typeface="Verdana"/>
              </a:rPr>
              <a:t> </a:t>
            </a:r>
            <a:r>
              <a:rPr sz="700" spc="50" dirty="0">
                <a:solidFill>
                  <a:srgbClr val="FFFFFF"/>
                </a:solidFill>
                <a:latin typeface="Verdana"/>
                <a:cs typeface="Verdana"/>
              </a:rPr>
              <a:t>APP  </a:t>
            </a:r>
            <a:r>
              <a:rPr sz="700" spc="30" dirty="0">
                <a:solidFill>
                  <a:srgbClr val="FFFFFF"/>
                </a:solidFill>
                <a:latin typeface="Verdana"/>
                <a:cs typeface="Verdana"/>
              </a:rPr>
              <a:t>DEVELOP  </a:t>
            </a:r>
            <a:r>
              <a:rPr sz="700" spc="70" dirty="0">
                <a:solidFill>
                  <a:srgbClr val="FFFFFF"/>
                </a:solidFill>
                <a:latin typeface="Verdana"/>
                <a:cs typeface="Verdana"/>
              </a:rPr>
              <a:t>MENT</a:t>
            </a:r>
            <a:endParaRPr sz="700">
              <a:latin typeface="Verdana"/>
              <a:cs typeface="Verdana"/>
            </a:endParaRPr>
          </a:p>
        </p:txBody>
      </p:sp>
      <p:sp>
        <p:nvSpPr>
          <p:cNvPr id="111" name="object 111"/>
          <p:cNvSpPr/>
          <p:nvPr/>
        </p:nvSpPr>
        <p:spPr>
          <a:xfrm>
            <a:off x="3116579" y="1804416"/>
            <a:ext cx="329565" cy="245745"/>
          </a:xfrm>
          <a:custGeom>
            <a:avLst/>
            <a:gdLst/>
            <a:ahLst/>
            <a:cxnLst/>
            <a:rect l="l" t="t" r="r" b="b"/>
            <a:pathLst>
              <a:path w="329564" h="245744">
                <a:moveTo>
                  <a:pt x="294690" y="0"/>
                </a:moveTo>
                <a:lnTo>
                  <a:pt x="34480" y="0"/>
                </a:lnTo>
                <a:lnTo>
                  <a:pt x="21088" y="2714"/>
                </a:lnTo>
                <a:lnTo>
                  <a:pt x="10125" y="10106"/>
                </a:lnTo>
                <a:lnTo>
                  <a:pt x="2719" y="21045"/>
                </a:lnTo>
                <a:lnTo>
                  <a:pt x="0" y="34404"/>
                </a:lnTo>
                <a:lnTo>
                  <a:pt x="0" y="210769"/>
                </a:lnTo>
                <a:lnTo>
                  <a:pt x="2719" y="224130"/>
                </a:lnTo>
                <a:lnTo>
                  <a:pt x="10125" y="235070"/>
                </a:lnTo>
                <a:lnTo>
                  <a:pt x="21088" y="242461"/>
                </a:lnTo>
                <a:lnTo>
                  <a:pt x="34480" y="245176"/>
                </a:lnTo>
                <a:lnTo>
                  <a:pt x="294690" y="245176"/>
                </a:lnTo>
                <a:lnTo>
                  <a:pt x="308077" y="242461"/>
                </a:lnTo>
                <a:lnTo>
                  <a:pt x="319041" y="235070"/>
                </a:lnTo>
                <a:lnTo>
                  <a:pt x="320599" y="232769"/>
                </a:lnTo>
                <a:lnTo>
                  <a:pt x="50393" y="232769"/>
                </a:lnTo>
                <a:lnTo>
                  <a:pt x="38361" y="230329"/>
                </a:lnTo>
                <a:lnTo>
                  <a:pt x="28508" y="223687"/>
                </a:lnTo>
                <a:lnTo>
                  <a:pt x="21850" y="213857"/>
                </a:lnTo>
                <a:lnTo>
                  <a:pt x="19405" y="201853"/>
                </a:lnTo>
                <a:lnTo>
                  <a:pt x="19405" y="43319"/>
                </a:lnTo>
                <a:lnTo>
                  <a:pt x="21850" y="31315"/>
                </a:lnTo>
                <a:lnTo>
                  <a:pt x="28508" y="21486"/>
                </a:lnTo>
                <a:lnTo>
                  <a:pt x="38361" y="14846"/>
                </a:lnTo>
                <a:lnTo>
                  <a:pt x="50393" y="12407"/>
                </a:lnTo>
                <a:lnTo>
                  <a:pt x="320600" y="12407"/>
                </a:lnTo>
                <a:lnTo>
                  <a:pt x="319041" y="10106"/>
                </a:lnTo>
                <a:lnTo>
                  <a:pt x="308077" y="2714"/>
                </a:lnTo>
                <a:lnTo>
                  <a:pt x="294690" y="0"/>
                </a:lnTo>
                <a:close/>
              </a:path>
              <a:path w="329564" h="245744">
                <a:moveTo>
                  <a:pt x="320600" y="12407"/>
                </a:moveTo>
                <a:lnTo>
                  <a:pt x="269430" y="12407"/>
                </a:lnTo>
                <a:lnTo>
                  <a:pt x="281462" y="14846"/>
                </a:lnTo>
                <a:lnTo>
                  <a:pt x="291315" y="21486"/>
                </a:lnTo>
                <a:lnTo>
                  <a:pt x="297973" y="31315"/>
                </a:lnTo>
                <a:lnTo>
                  <a:pt x="300418" y="43319"/>
                </a:lnTo>
                <a:lnTo>
                  <a:pt x="300418" y="201853"/>
                </a:lnTo>
                <a:lnTo>
                  <a:pt x="297973" y="213857"/>
                </a:lnTo>
                <a:lnTo>
                  <a:pt x="291315" y="223687"/>
                </a:lnTo>
                <a:lnTo>
                  <a:pt x="281462" y="230329"/>
                </a:lnTo>
                <a:lnTo>
                  <a:pt x="269430" y="232769"/>
                </a:lnTo>
                <a:lnTo>
                  <a:pt x="320599" y="232769"/>
                </a:lnTo>
                <a:lnTo>
                  <a:pt x="326450" y="224130"/>
                </a:lnTo>
                <a:lnTo>
                  <a:pt x="329171" y="210769"/>
                </a:lnTo>
                <a:lnTo>
                  <a:pt x="329171" y="34404"/>
                </a:lnTo>
                <a:lnTo>
                  <a:pt x="326450" y="21045"/>
                </a:lnTo>
                <a:lnTo>
                  <a:pt x="320600" y="12407"/>
                </a:lnTo>
                <a:close/>
              </a:path>
            </a:pathLst>
          </a:custGeom>
          <a:solidFill>
            <a:srgbClr val="000000"/>
          </a:solidFill>
        </p:spPr>
        <p:txBody>
          <a:bodyPr wrap="square" lIns="0" tIns="0" rIns="0" bIns="0" rtlCol="0"/>
          <a:lstStyle/>
          <a:p>
            <a:endParaRPr/>
          </a:p>
        </p:txBody>
      </p:sp>
      <p:sp>
        <p:nvSpPr>
          <p:cNvPr id="112" name="object 112"/>
          <p:cNvSpPr/>
          <p:nvPr/>
        </p:nvSpPr>
        <p:spPr>
          <a:xfrm>
            <a:off x="3125761" y="1880832"/>
            <a:ext cx="0" cy="90170"/>
          </a:xfrm>
          <a:custGeom>
            <a:avLst/>
            <a:gdLst/>
            <a:ahLst/>
            <a:cxnLst/>
            <a:rect l="l" t="t" r="r" b="b"/>
            <a:pathLst>
              <a:path h="90169">
                <a:moveTo>
                  <a:pt x="0" y="0"/>
                </a:moveTo>
                <a:lnTo>
                  <a:pt x="0" y="90106"/>
                </a:lnTo>
              </a:path>
            </a:pathLst>
          </a:custGeom>
          <a:ln w="5385">
            <a:solidFill>
              <a:srgbClr val="000000"/>
            </a:solidFill>
          </a:ln>
        </p:spPr>
        <p:txBody>
          <a:bodyPr wrap="square" lIns="0" tIns="0" rIns="0" bIns="0" rtlCol="0"/>
          <a:lstStyle/>
          <a:p>
            <a:endParaRPr/>
          </a:p>
        </p:txBody>
      </p:sp>
      <p:sp>
        <p:nvSpPr>
          <p:cNvPr id="113" name="object 113"/>
          <p:cNvSpPr/>
          <p:nvPr/>
        </p:nvSpPr>
        <p:spPr>
          <a:xfrm>
            <a:off x="3429025" y="1901444"/>
            <a:ext cx="17145" cy="48895"/>
          </a:xfrm>
          <a:custGeom>
            <a:avLst/>
            <a:gdLst/>
            <a:ahLst/>
            <a:cxnLst/>
            <a:rect l="l" t="t" r="r" b="b"/>
            <a:pathLst>
              <a:path w="17145" h="48894">
                <a:moveTo>
                  <a:pt x="12992" y="0"/>
                </a:moveTo>
                <a:lnTo>
                  <a:pt x="3746" y="0"/>
                </a:lnTo>
                <a:lnTo>
                  <a:pt x="0" y="3733"/>
                </a:lnTo>
                <a:lnTo>
                  <a:pt x="0" y="44894"/>
                </a:lnTo>
                <a:lnTo>
                  <a:pt x="3746" y="48641"/>
                </a:lnTo>
                <a:lnTo>
                  <a:pt x="12992" y="48641"/>
                </a:lnTo>
                <a:lnTo>
                  <a:pt x="16738" y="44894"/>
                </a:lnTo>
                <a:lnTo>
                  <a:pt x="16738" y="3733"/>
                </a:lnTo>
                <a:lnTo>
                  <a:pt x="12992" y="0"/>
                </a:lnTo>
                <a:close/>
              </a:path>
            </a:pathLst>
          </a:custGeom>
          <a:solidFill>
            <a:srgbClr val="000000"/>
          </a:solidFill>
        </p:spPr>
        <p:txBody>
          <a:bodyPr wrap="square" lIns="0" tIns="0" rIns="0" bIns="0" rtlCol="0"/>
          <a:lstStyle/>
          <a:p>
            <a:endParaRPr/>
          </a:p>
        </p:txBody>
      </p:sp>
      <p:sp>
        <p:nvSpPr>
          <p:cNvPr id="114" name="object 114"/>
          <p:cNvSpPr/>
          <p:nvPr/>
        </p:nvSpPr>
        <p:spPr>
          <a:xfrm>
            <a:off x="3174288" y="1845945"/>
            <a:ext cx="223393" cy="169494"/>
          </a:xfrm>
          <a:prstGeom prst="rect">
            <a:avLst/>
          </a:prstGeom>
          <a:blipFill>
            <a:blip r:embed="rId6" cstate="print"/>
            <a:stretch>
              <a:fillRect/>
            </a:stretch>
          </a:blipFill>
        </p:spPr>
        <p:txBody>
          <a:bodyPr wrap="square" lIns="0" tIns="0" rIns="0" bIns="0" rtlCol="0"/>
          <a:lstStyle/>
          <a:p>
            <a:endParaRPr/>
          </a:p>
        </p:txBody>
      </p:sp>
      <p:sp>
        <p:nvSpPr>
          <p:cNvPr id="115" name="object 115"/>
          <p:cNvSpPr txBox="1"/>
          <p:nvPr/>
        </p:nvSpPr>
        <p:spPr>
          <a:xfrm>
            <a:off x="2965181" y="1528048"/>
            <a:ext cx="659130" cy="239395"/>
          </a:xfrm>
          <a:prstGeom prst="rect">
            <a:avLst/>
          </a:prstGeom>
        </p:spPr>
        <p:txBody>
          <a:bodyPr vert="horz" wrap="square" lIns="0" tIns="12700" rIns="0" bIns="0" rtlCol="0">
            <a:spAutoFit/>
          </a:bodyPr>
          <a:lstStyle/>
          <a:p>
            <a:pPr marL="12700" marR="5080" indent="76200">
              <a:lnSpc>
                <a:spcPct val="116799"/>
              </a:lnSpc>
              <a:spcBef>
                <a:spcPts val="100"/>
              </a:spcBef>
            </a:pPr>
            <a:r>
              <a:rPr sz="600" spc="45" dirty="0">
                <a:latin typeface="Verdana"/>
                <a:cs typeface="Verdana"/>
              </a:rPr>
              <a:t>SOFTWARE  </a:t>
            </a:r>
            <a:r>
              <a:rPr sz="600" dirty="0">
                <a:latin typeface="Verdana"/>
                <a:cs typeface="Verdana"/>
              </a:rPr>
              <a:t>D</a:t>
            </a:r>
            <a:r>
              <a:rPr sz="600" spc="-15" dirty="0">
                <a:latin typeface="Verdana"/>
                <a:cs typeface="Verdana"/>
              </a:rPr>
              <a:t>E</a:t>
            </a:r>
            <a:r>
              <a:rPr sz="600" spc="95" dirty="0">
                <a:latin typeface="Verdana"/>
                <a:cs typeface="Verdana"/>
              </a:rPr>
              <a:t>V</a:t>
            </a:r>
            <a:r>
              <a:rPr sz="600" spc="25" dirty="0">
                <a:latin typeface="Verdana"/>
                <a:cs typeface="Verdana"/>
              </a:rPr>
              <a:t>E</a:t>
            </a:r>
            <a:r>
              <a:rPr sz="600" spc="-10" dirty="0">
                <a:latin typeface="Verdana"/>
                <a:cs typeface="Verdana"/>
              </a:rPr>
              <a:t>L</a:t>
            </a:r>
            <a:r>
              <a:rPr sz="600" spc="90" dirty="0">
                <a:latin typeface="Verdana"/>
                <a:cs typeface="Verdana"/>
              </a:rPr>
              <a:t>O</a:t>
            </a:r>
            <a:r>
              <a:rPr sz="600" spc="25" dirty="0">
                <a:latin typeface="Verdana"/>
                <a:cs typeface="Verdana"/>
              </a:rPr>
              <a:t>P</a:t>
            </a:r>
            <a:r>
              <a:rPr sz="600" spc="95" dirty="0">
                <a:latin typeface="Verdana"/>
                <a:cs typeface="Verdana"/>
              </a:rPr>
              <a:t>M</a:t>
            </a:r>
            <a:r>
              <a:rPr sz="600" spc="50" dirty="0">
                <a:latin typeface="Verdana"/>
                <a:cs typeface="Verdana"/>
              </a:rPr>
              <a:t>ENT</a:t>
            </a:r>
            <a:endParaRPr sz="600">
              <a:latin typeface="Verdana"/>
              <a:cs typeface="Verdana"/>
            </a:endParaRPr>
          </a:p>
        </p:txBody>
      </p:sp>
      <p:sp>
        <p:nvSpPr>
          <p:cNvPr id="116" name="object 116"/>
          <p:cNvSpPr/>
          <p:nvPr/>
        </p:nvSpPr>
        <p:spPr>
          <a:xfrm>
            <a:off x="3085553" y="2844910"/>
            <a:ext cx="270299" cy="278330"/>
          </a:xfrm>
          <a:prstGeom prst="rect">
            <a:avLst/>
          </a:prstGeom>
          <a:blipFill>
            <a:blip r:embed="rId7" cstate="print"/>
            <a:stretch>
              <a:fillRect/>
            </a:stretch>
          </a:blipFill>
        </p:spPr>
        <p:txBody>
          <a:bodyPr wrap="square" lIns="0" tIns="0" rIns="0" bIns="0" rtlCol="0"/>
          <a:lstStyle/>
          <a:p>
            <a:endParaRPr/>
          </a:p>
        </p:txBody>
      </p:sp>
      <p:sp>
        <p:nvSpPr>
          <p:cNvPr id="117" name="object 117"/>
          <p:cNvSpPr txBox="1"/>
          <p:nvPr/>
        </p:nvSpPr>
        <p:spPr>
          <a:xfrm>
            <a:off x="3101009" y="2531206"/>
            <a:ext cx="403225" cy="132080"/>
          </a:xfrm>
          <a:prstGeom prst="rect">
            <a:avLst/>
          </a:prstGeom>
        </p:spPr>
        <p:txBody>
          <a:bodyPr vert="horz" wrap="square" lIns="0" tIns="12700" rIns="0" bIns="0" rtlCol="0">
            <a:spAutoFit/>
          </a:bodyPr>
          <a:lstStyle/>
          <a:p>
            <a:pPr marL="12700">
              <a:lnSpc>
                <a:spcPct val="100000"/>
              </a:lnSpc>
              <a:spcBef>
                <a:spcPts val="100"/>
              </a:spcBef>
            </a:pPr>
            <a:r>
              <a:rPr sz="700" spc="-5" dirty="0">
                <a:solidFill>
                  <a:srgbClr val="FFFFFF"/>
                </a:solidFill>
                <a:latin typeface="Verdana"/>
                <a:cs typeface="Verdana"/>
              </a:rPr>
              <a:t>DIGITAL</a:t>
            </a:r>
            <a:endParaRPr sz="700">
              <a:latin typeface="Verdana"/>
              <a:cs typeface="Verdana"/>
            </a:endParaRPr>
          </a:p>
        </p:txBody>
      </p:sp>
      <p:sp>
        <p:nvSpPr>
          <p:cNvPr id="118" name="object 118"/>
          <p:cNvSpPr txBox="1"/>
          <p:nvPr/>
        </p:nvSpPr>
        <p:spPr>
          <a:xfrm>
            <a:off x="70510" y="2657882"/>
            <a:ext cx="531495" cy="132080"/>
          </a:xfrm>
          <a:prstGeom prst="rect">
            <a:avLst/>
          </a:prstGeom>
        </p:spPr>
        <p:txBody>
          <a:bodyPr vert="horz" wrap="square" lIns="0" tIns="12700" rIns="0" bIns="0" rtlCol="0">
            <a:spAutoFit/>
          </a:bodyPr>
          <a:lstStyle/>
          <a:p>
            <a:pPr marL="12700">
              <a:lnSpc>
                <a:spcPct val="100000"/>
              </a:lnSpc>
              <a:spcBef>
                <a:spcPts val="100"/>
              </a:spcBef>
            </a:pPr>
            <a:r>
              <a:rPr sz="700" spc="-50" dirty="0">
                <a:latin typeface="Verdana"/>
                <a:cs typeface="Verdana"/>
              </a:rPr>
              <a:t>B</a:t>
            </a:r>
            <a:r>
              <a:rPr sz="700" spc="-75" dirty="0">
                <a:latin typeface="Verdana"/>
                <a:cs typeface="Verdana"/>
              </a:rPr>
              <a:t>R</a:t>
            </a:r>
            <a:r>
              <a:rPr sz="700" spc="110" dirty="0">
                <a:latin typeface="Verdana"/>
                <a:cs typeface="Verdana"/>
              </a:rPr>
              <a:t>AN</a:t>
            </a:r>
            <a:r>
              <a:rPr sz="700" spc="-5" dirty="0">
                <a:latin typeface="Verdana"/>
                <a:cs typeface="Verdana"/>
              </a:rPr>
              <a:t>D</a:t>
            </a:r>
            <a:r>
              <a:rPr sz="700" spc="-100" dirty="0">
                <a:latin typeface="Verdana"/>
                <a:cs typeface="Verdana"/>
              </a:rPr>
              <a:t>I</a:t>
            </a:r>
            <a:r>
              <a:rPr sz="700" spc="45" dirty="0">
                <a:latin typeface="Verdana"/>
                <a:cs typeface="Verdana"/>
              </a:rPr>
              <a:t>NG</a:t>
            </a:r>
            <a:endParaRPr sz="700">
              <a:latin typeface="Verdana"/>
              <a:cs typeface="Verdana"/>
            </a:endParaRPr>
          </a:p>
        </p:txBody>
      </p:sp>
      <p:sp>
        <p:nvSpPr>
          <p:cNvPr id="119" name="object 119"/>
          <p:cNvSpPr/>
          <p:nvPr/>
        </p:nvSpPr>
        <p:spPr>
          <a:xfrm>
            <a:off x="114300" y="2816430"/>
            <a:ext cx="372470" cy="255699"/>
          </a:xfrm>
          <a:prstGeom prst="rect">
            <a:avLst/>
          </a:prstGeom>
          <a:blipFill>
            <a:blip r:embed="rId8" cstate="print"/>
            <a:stretch>
              <a:fillRect/>
            </a:stretch>
          </a:blipFill>
        </p:spPr>
        <p:txBody>
          <a:bodyPr wrap="square" lIns="0" tIns="0" rIns="0" bIns="0" rtlCol="0"/>
          <a:lstStyle/>
          <a:p>
            <a:endParaRPr/>
          </a:p>
        </p:txBody>
      </p:sp>
      <p:sp>
        <p:nvSpPr>
          <p:cNvPr id="120" name="object 120"/>
          <p:cNvSpPr txBox="1"/>
          <p:nvPr/>
        </p:nvSpPr>
        <p:spPr>
          <a:xfrm>
            <a:off x="801401" y="2621357"/>
            <a:ext cx="2023745" cy="453390"/>
          </a:xfrm>
          <a:prstGeom prst="rect">
            <a:avLst/>
          </a:prstGeom>
        </p:spPr>
        <p:txBody>
          <a:bodyPr vert="horz" wrap="square" lIns="0" tIns="33020" rIns="0" bIns="0" rtlCol="0">
            <a:spAutoFit/>
          </a:bodyPr>
          <a:lstStyle/>
          <a:p>
            <a:pPr marL="12700" marR="5080">
              <a:lnSpc>
                <a:spcPts val="800"/>
              </a:lnSpc>
              <a:spcBef>
                <a:spcPts val="260"/>
              </a:spcBef>
            </a:pPr>
            <a:r>
              <a:rPr sz="800" spc="-80" dirty="0">
                <a:latin typeface="DejaVu Serif"/>
                <a:cs typeface="DejaVu Serif"/>
              </a:rPr>
              <a:t>We </a:t>
            </a:r>
            <a:r>
              <a:rPr sz="800" spc="-85" dirty="0">
                <a:latin typeface="DejaVu Serif"/>
                <a:cs typeface="DejaVu Serif"/>
              </a:rPr>
              <a:t>give </a:t>
            </a:r>
            <a:r>
              <a:rPr sz="800" spc="-75" dirty="0">
                <a:latin typeface="DejaVu Serif"/>
                <a:cs typeface="DejaVu Serif"/>
              </a:rPr>
              <a:t>Branding </a:t>
            </a:r>
            <a:r>
              <a:rPr sz="800" spc="-80" dirty="0">
                <a:latin typeface="DejaVu Serif"/>
                <a:cs typeface="DejaVu Serif"/>
              </a:rPr>
              <a:t>strategies </a:t>
            </a:r>
            <a:r>
              <a:rPr sz="800" spc="-55" dirty="0">
                <a:latin typeface="DejaVu Serif"/>
                <a:cs typeface="DejaVu Serif"/>
              </a:rPr>
              <a:t>to </a:t>
            </a:r>
            <a:r>
              <a:rPr sz="800" spc="-90" dirty="0">
                <a:latin typeface="DejaVu Serif"/>
                <a:cs typeface="DejaVu Serif"/>
              </a:rPr>
              <a:t>large </a:t>
            </a:r>
            <a:r>
              <a:rPr sz="800" spc="-70" dirty="0">
                <a:latin typeface="DejaVu Serif"/>
                <a:cs typeface="DejaVu Serif"/>
              </a:rPr>
              <a:t>and </a:t>
            </a:r>
            <a:r>
              <a:rPr sz="800" spc="-65" dirty="0">
                <a:latin typeface="DejaVu Serif"/>
                <a:cs typeface="DejaVu Serif"/>
              </a:rPr>
              <a:t>small  organizations </a:t>
            </a:r>
            <a:r>
              <a:rPr sz="800" spc="-70" dirty="0">
                <a:latin typeface="DejaVu Serif"/>
                <a:cs typeface="DejaVu Serif"/>
              </a:rPr>
              <a:t>and </a:t>
            </a:r>
            <a:r>
              <a:rPr sz="800" spc="-80" dirty="0">
                <a:latin typeface="DejaVu Serif"/>
                <a:cs typeface="DejaVu Serif"/>
              </a:rPr>
              <a:t>new </a:t>
            </a:r>
            <a:r>
              <a:rPr sz="800" spc="-75" dirty="0">
                <a:latin typeface="DejaVu Serif"/>
                <a:cs typeface="DejaVu Serif"/>
              </a:rPr>
              <a:t>businesses </a:t>
            </a:r>
            <a:r>
              <a:rPr sz="800" spc="-60" dirty="0">
                <a:latin typeface="DejaVu Serif"/>
                <a:cs typeface="DejaVu Serif"/>
              </a:rPr>
              <a:t>too. </a:t>
            </a:r>
            <a:r>
              <a:rPr sz="800" spc="-80" dirty="0">
                <a:latin typeface="DejaVu Serif"/>
                <a:cs typeface="DejaVu Serif"/>
              </a:rPr>
              <a:t>We  </a:t>
            </a:r>
            <a:r>
              <a:rPr sz="800" spc="-70" dirty="0">
                <a:latin typeface="DejaVu Serif"/>
                <a:cs typeface="DejaVu Serif"/>
              </a:rPr>
              <a:t>design </a:t>
            </a:r>
            <a:r>
              <a:rPr sz="800" spc="-75" dirty="0">
                <a:latin typeface="DejaVu Serif"/>
                <a:cs typeface="DejaVu Serif"/>
              </a:rPr>
              <a:t>brands </a:t>
            </a:r>
            <a:r>
              <a:rPr sz="800" spc="-65" dirty="0">
                <a:latin typeface="DejaVu Serif"/>
                <a:cs typeface="DejaVu Serif"/>
              </a:rPr>
              <a:t>from </a:t>
            </a:r>
            <a:r>
              <a:rPr sz="800" spc="-75" dirty="0">
                <a:latin typeface="DejaVu Serif"/>
                <a:cs typeface="DejaVu Serif"/>
              </a:rPr>
              <a:t>scratch, by creating </a:t>
            </a:r>
            <a:r>
              <a:rPr sz="800" spc="-65" dirty="0">
                <a:latin typeface="DejaVu Serif"/>
                <a:cs typeface="DejaVu Serif"/>
              </a:rPr>
              <a:t>high  </a:t>
            </a:r>
            <a:r>
              <a:rPr sz="800" spc="-70" dirty="0">
                <a:latin typeface="DejaVu Serif"/>
                <a:cs typeface="DejaVu Serif"/>
              </a:rPr>
              <a:t>caliber and </a:t>
            </a:r>
            <a:r>
              <a:rPr sz="800" spc="-60" dirty="0">
                <a:latin typeface="DejaVu Serif"/>
                <a:cs typeface="DejaVu Serif"/>
              </a:rPr>
              <a:t>long </a:t>
            </a:r>
            <a:r>
              <a:rPr sz="800" spc="-75" dirty="0">
                <a:latin typeface="DejaVu Serif"/>
                <a:cs typeface="DejaVu Serif"/>
              </a:rPr>
              <a:t>term corporate</a:t>
            </a:r>
            <a:r>
              <a:rPr sz="800" spc="-140" dirty="0">
                <a:latin typeface="DejaVu Serif"/>
                <a:cs typeface="DejaVu Serif"/>
              </a:rPr>
              <a:t> </a:t>
            </a:r>
            <a:r>
              <a:rPr sz="800" spc="-75" dirty="0">
                <a:latin typeface="DejaVu Serif"/>
                <a:cs typeface="DejaVu Serif"/>
              </a:rPr>
              <a:t>values.</a:t>
            </a:r>
            <a:endParaRPr sz="800" dirty="0">
              <a:latin typeface="DejaVu Serif"/>
              <a:cs typeface="DejaVu Serif"/>
            </a:endParaRPr>
          </a:p>
        </p:txBody>
      </p:sp>
      <p:sp>
        <p:nvSpPr>
          <p:cNvPr id="121" name="object 121"/>
          <p:cNvSpPr txBox="1"/>
          <p:nvPr/>
        </p:nvSpPr>
        <p:spPr>
          <a:xfrm>
            <a:off x="3649226" y="507873"/>
            <a:ext cx="2099945" cy="778510"/>
          </a:xfrm>
          <a:prstGeom prst="rect">
            <a:avLst/>
          </a:prstGeom>
        </p:spPr>
        <p:txBody>
          <a:bodyPr vert="horz" wrap="square" lIns="0" tIns="12700" rIns="0" bIns="0" rtlCol="0">
            <a:spAutoFit/>
          </a:bodyPr>
          <a:lstStyle/>
          <a:p>
            <a:pPr marL="12700" marR="5080" algn="just">
              <a:lnSpc>
                <a:spcPct val="100000"/>
              </a:lnSpc>
              <a:spcBef>
                <a:spcPts val="100"/>
              </a:spcBef>
            </a:pPr>
            <a:r>
              <a:rPr sz="700" spc="-70" dirty="0">
                <a:solidFill>
                  <a:srgbClr val="FFFFFF"/>
                </a:solidFill>
                <a:latin typeface="DejaVu Serif"/>
                <a:cs typeface="DejaVu Serif"/>
              </a:rPr>
              <a:t>We </a:t>
            </a:r>
            <a:r>
              <a:rPr sz="700" spc="-65" dirty="0">
                <a:solidFill>
                  <a:srgbClr val="FFFFFF"/>
                </a:solidFill>
                <a:latin typeface="DejaVu Serif"/>
                <a:cs typeface="DejaVu Serif"/>
              </a:rPr>
              <a:t>oﬀer </a:t>
            </a:r>
            <a:r>
              <a:rPr sz="700" spc="-60" dirty="0">
                <a:solidFill>
                  <a:srgbClr val="FFFFFF"/>
                </a:solidFill>
                <a:latin typeface="DejaVu Serif"/>
                <a:cs typeface="DejaVu Serif"/>
              </a:rPr>
              <a:t>variety </a:t>
            </a:r>
            <a:r>
              <a:rPr sz="700" spc="-45" dirty="0">
                <a:solidFill>
                  <a:srgbClr val="FFFFFF"/>
                </a:solidFill>
                <a:latin typeface="DejaVu Serif"/>
                <a:cs typeface="DejaVu Serif"/>
              </a:rPr>
              <a:t>of </a:t>
            </a:r>
            <a:r>
              <a:rPr sz="700" spc="-65" dirty="0">
                <a:solidFill>
                  <a:srgbClr val="FFFFFF"/>
                </a:solidFill>
                <a:latin typeface="DejaVu Serif"/>
                <a:cs typeface="DejaVu Serif"/>
              </a:rPr>
              <a:t>Web </a:t>
            </a:r>
            <a:r>
              <a:rPr sz="700" spc="-60" dirty="0">
                <a:solidFill>
                  <a:srgbClr val="FFFFFF"/>
                </a:solidFill>
                <a:latin typeface="DejaVu Serif"/>
                <a:cs typeface="DejaVu Serif"/>
              </a:rPr>
              <a:t>development </a:t>
            </a:r>
            <a:r>
              <a:rPr sz="700" spc="-150" dirty="0">
                <a:solidFill>
                  <a:srgbClr val="FFFFFF"/>
                </a:solidFill>
                <a:latin typeface="DejaVu Serif"/>
                <a:cs typeface="DejaVu Serif"/>
              </a:rPr>
              <a:t>&amp; </a:t>
            </a:r>
            <a:r>
              <a:rPr sz="700" spc="-65" dirty="0">
                <a:solidFill>
                  <a:srgbClr val="FFFFFF"/>
                </a:solidFill>
                <a:latin typeface="DejaVu Serif"/>
                <a:cs typeface="DejaVu Serif"/>
              </a:rPr>
              <a:t>Web design  </a:t>
            </a:r>
            <a:r>
              <a:rPr sz="700" spc="-70" dirty="0">
                <a:solidFill>
                  <a:srgbClr val="FFFFFF"/>
                </a:solidFill>
                <a:latin typeface="DejaVu Serif"/>
                <a:cs typeface="DejaVu Serif"/>
              </a:rPr>
              <a:t>services </a:t>
            </a:r>
            <a:r>
              <a:rPr sz="700" spc="-50" dirty="0">
                <a:solidFill>
                  <a:srgbClr val="FFFFFF"/>
                </a:solidFill>
                <a:latin typeface="DejaVu Serif"/>
                <a:cs typeface="DejaVu Serif"/>
              </a:rPr>
              <a:t>including </a:t>
            </a:r>
            <a:r>
              <a:rPr sz="700" spc="-60" dirty="0">
                <a:solidFill>
                  <a:srgbClr val="FFFFFF"/>
                </a:solidFill>
                <a:latin typeface="DejaVu Serif"/>
                <a:cs typeface="DejaVu Serif"/>
              </a:rPr>
              <a:t>web-portals, </a:t>
            </a:r>
            <a:r>
              <a:rPr sz="700" spc="-55" dirty="0">
                <a:solidFill>
                  <a:srgbClr val="FFFFFF"/>
                </a:solidFill>
                <a:latin typeface="DejaVu Serif"/>
                <a:cs typeface="DejaVu Serif"/>
              </a:rPr>
              <a:t>small </a:t>
            </a:r>
            <a:r>
              <a:rPr sz="700" spc="-70" dirty="0">
                <a:solidFill>
                  <a:srgbClr val="FFFFFF"/>
                </a:solidFill>
                <a:latin typeface="DejaVu Serif"/>
                <a:cs typeface="DejaVu Serif"/>
              </a:rPr>
              <a:t>scale websites,  </a:t>
            </a:r>
            <a:r>
              <a:rPr sz="700" spc="-65" dirty="0">
                <a:solidFill>
                  <a:srgbClr val="FFFFFF"/>
                </a:solidFill>
                <a:latin typeface="DejaVu Serif"/>
                <a:cs typeface="DejaVu Serif"/>
              </a:rPr>
              <a:t>ﬂash </a:t>
            </a:r>
            <a:r>
              <a:rPr sz="700" spc="-60" dirty="0">
                <a:solidFill>
                  <a:srgbClr val="FFFFFF"/>
                </a:solidFill>
                <a:latin typeface="DejaVu Serif"/>
                <a:cs typeface="DejaVu Serif"/>
              </a:rPr>
              <a:t>sites, </a:t>
            </a:r>
            <a:r>
              <a:rPr sz="700" spc="-65" dirty="0">
                <a:solidFill>
                  <a:srgbClr val="FFFFFF"/>
                </a:solidFill>
                <a:latin typeface="DejaVu Serif"/>
                <a:cs typeface="DejaVu Serif"/>
              </a:rPr>
              <a:t>e-commerce </a:t>
            </a:r>
            <a:r>
              <a:rPr sz="700" spc="-60" dirty="0">
                <a:solidFill>
                  <a:srgbClr val="FFFFFF"/>
                </a:solidFill>
                <a:latin typeface="DejaVu Serif"/>
                <a:cs typeface="DejaVu Serif"/>
              </a:rPr>
              <a:t>sites, </a:t>
            </a:r>
            <a:r>
              <a:rPr sz="700" spc="-55" dirty="0">
                <a:solidFill>
                  <a:srgbClr val="FFFFFF"/>
                </a:solidFill>
                <a:latin typeface="DejaVu Serif"/>
                <a:cs typeface="DejaVu Serif"/>
              </a:rPr>
              <a:t>static </a:t>
            </a:r>
            <a:r>
              <a:rPr sz="700" spc="-60" dirty="0">
                <a:solidFill>
                  <a:srgbClr val="FFFFFF"/>
                </a:solidFill>
                <a:latin typeface="DejaVu Serif"/>
                <a:cs typeface="DejaVu Serif"/>
              </a:rPr>
              <a:t>sites, and dynamic  </a:t>
            </a:r>
            <a:r>
              <a:rPr sz="700" spc="-65" dirty="0">
                <a:solidFill>
                  <a:srgbClr val="FFFFFF"/>
                </a:solidFill>
                <a:latin typeface="DejaVu Serif"/>
                <a:cs typeface="DejaVu Serif"/>
              </a:rPr>
              <a:t>sites. </a:t>
            </a:r>
            <a:r>
              <a:rPr sz="700" spc="-30" dirty="0">
                <a:solidFill>
                  <a:srgbClr val="FFFFFF"/>
                </a:solidFill>
                <a:latin typeface="DejaVu Serif"/>
                <a:cs typeface="DejaVu Serif"/>
              </a:rPr>
              <a:t>With </a:t>
            </a:r>
            <a:r>
              <a:rPr sz="700" spc="-55" dirty="0">
                <a:solidFill>
                  <a:srgbClr val="FFFFFF"/>
                </a:solidFill>
                <a:latin typeface="DejaVu Serif"/>
                <a:cs typeface="DejaVu Serif"/>
              </a:rPr>
              <a:t>the </a:t>
            </a:r>
            <a:r>
              <a:rPr sz="700" spc="-70" dirty="0">
                <a:solidFill>
                  <a:srgbClr val="FFFFFF"/>
                </a:solidFill>
                <a:latin typeface="DejaVu Serif"/>
                <a:cs typeface="DejaVu Serif"/>
              </a:rPr>
              <a:t>assistance </a:t>
            </a:r>
            <a:r>
              <a:rPr sz="700" spc="-45" dirty="0">
                <a:solidFill>
                  <a:srgbClr val="FFFFFF"/>
                </a:solidFill>
                <a:latin typeface="DejaVu Serif"/>
                <a:cs typeface="DejaVu Serif"/>
              </a:rPr>
              <a:t>of </a:t>
            </a:r>
            <a:r>
              <a:rPr sz="700" spc="-55" dirty="0">
                <a:solidFill>
                  <a:srgbClr val="FFFFFF"/>
                </a:solidFill>
                <a:latin typeface="DejaVu Serif"/>
                <a:cs typeface="DejaVu Serif"/>
              </a:rPr>
              <a:t>our </a:t>
            </a:r>
            <a:r>
              <a:rPr sz="700" spc="-70" dirty="0">
                <a:solidFill>
                  <a:srgbClr val="FFFFFF"/>
                </a:solidFill>
                <a:latin typeface="DejaVu Serif"/>
                <a:cs typeface="DejaVu Serif"/>
              </a:rPr>
              <a:t>group </a:t>
            </a:r>
            <a:r>
              <a:rPr sz="700" spc="-45" dirty="0">
                <a:solidFill>
                  <a:srgbClr val="FFFFFF"/>
                </a:solidFill>
                <a:latin typeface="DejaVu Serif"/>
                <a:cs typeface="DejaVu Serif"/>
              </a:rPr>
              <a:t>of </a:t>
            </a:r>
            <a:r>
              <a:rPr sz="700" spc="-65" dirty="0">
                <a:solidFill>
                  <a:srgbClr val="FFFFFF"/>
                </a:solidFill>
                <a:latin typeface="DejaVu Serif"/>
                <a:cs typeface="DejaVu Serif"/>
              </a:rPr>
              <a:t>Web </a:t>
            </a:r>
            <a:r>
              <a:rPr sz="700" spc="-75" dirty="0">
                <a:solidFill>
                  <a:srgbClr val="FFFFFF"/>
                </a:solidFill>
                <a:latin typeface="DejaVu Serif"/>
                <a:cs typeface="DejaVu Serif"/>
              </a:rPr>
              <a:t>crawler  </a:t>
            </a:r>
            <a:r>
              <a:rPr sz="700" spc="-65" dirty="0">
                <a:solidFill>
                  <a:srgbClr val="FFFFFF"/>
                </a:solidFill>
                <a:latin typeface="DejaVu Serif"/>
                <a:cs typeface="DejaVu Serif"/>
              </a:rPr>
              <a:t>experts, </a:t>
            </a:r>
            <a:r>
              <a:rPr sz="700" spc="-95" dirty="0">
                <a:solidFill>
                  <a:srgbClr val="FFFFFF"/>
                </a:solidFill>
                <a:latin typeface="DejaVu Serif"/>
                <a:cs typeface="DejaVu Serif"/>
              </a:rPr>
              <a:t>we </a:t>
            </a:r>
            <a:r>
              <a:rPr sz="700" spc="-75" dirty="0">
                <a:solidFill>
                  <a:srgbClr val="FFFFFF"/>
                </a:solidFill>
                <a:latin typeface="DejaVu Serif"/>
                <a:cs typeface="DejaVu Serif"/>
              </a:rPr>
              <a:t>make </a:t>
            </a:r>
            <a:r>
              <a:rPr sz="700" spc="-85" dirty="0">
                <a:solidFill>
                  <a:srgbClr val="FFFFFF"/>
                </a:solidFill>
                <a:latin typeface="DejaVu Serif"/>
                <a:cs typeface="DejaVu Serif"/>
              </a:rPr>
              <a:t>SEO </a:t>
            </a:r>
            <a:r>
              <a:rPr sz="700" spc="-55" dirty="0">
                <a:solidFill>
                  <a:srgbClr val="FFFFFF"/>
                </a:solidFill>
                <a:latin typeface="DejaVu Serif"/>
                <a:cs typeface="DejaVu Serif"/>
              </a:rPr>
              <a:t>friendly </a:t>
            </a:r>
            <a:r>
              <a:rPr sz="700" spc="-65" dirty="0">
                <a:solidFill>
                  <a:srgbClr val="FFFFFF"/>
                </a:solidFill>
                <a:latin typeface="DejaVu Serif"/>
                <a:cs typeface="DejaVu Serif"/>
              </a:rPr>
              <a:t>Websites </a:t>
            </a:r>
            <a:r>
              <a:rPr sz="700" spc="-50" dirty="0">
                <a:solidFill>
                  <a:srgbClr val="FFFFFF"/>
                </a:solidFill>
                <a:latin typeface="DejaVu Serif"/>
                <a:cs typeface="DejaVu Serif"/>
              </a:rPr>
              <a:t>that positions  </a:t>
            </a:r>
            <a:r>
              <a:rPr sz="700" spc="-55" dirty="0">
                <a:solidFill>
                  <a:srgbClr val="FFFFFF"/>
                </a:solidFill>
                <a:latin typeface="DejaVu Serif"/>
                <a:cs typeface="DejaVu Serif"/>
              </a:rPr>
              <a:t>high </a:t>
            </a:r>
            <a:r>
              <a:rPr sz="700" spc="-45" dirty="0">
                <a:solidFill>
                  <a:srgbClr val="FFFFFF"/>
                </a:solidFill>
                <a:latin typeface="DejaVu Serif"/>
                <a:cs typeface="DejaVu Serif"/>
              </a:rPr>
              <a:t>on </a:t>
            </a:r>
            <a:r>
              <a:rPr sz="700" spc="-55" dirty="0">
                <a:solidFill>
                  <a:srgbClr val="FFFFFF"/>
                </a:solidFill>
                <a:latin typeface="DejaVu Serif"/>
                <a:cs typeface="DejaVu Serif"/>
              </a:rPr>
              <a:t>the </a:t>
            </a:r>
            <a:r>
              <a:rPr sz="700" spc="-75" dirty="0">
                <a:solidFill>
                  <a:srgbClr val="FFFFFF"/>
                </a:solidFill>
                <a:latin typeface="DejaVu Serif"/>
                <a:cs typeface="DejaVu Serif"/>
              </a:rPr>
              <a:t>search </a:t>
            </a:r>
            <a:r>
              <a:rPr sz="700" spc="-65" dirty="0">
                <a:solidFill>
                  <a:srgbClr val="FFFFFF"/>
                </a:solidFill>
                <a:latin typeface="DejaVu Serif"/>
                <a:cs typeface="DejaVu Serif"/>
              </a:rPr>
              <a:t>engines, </a:t>
            </a:r>
            <a:r>
              <a:rPr sz="700" spc="-80" dirty="0">
                <a:solidFill>
                  <a:srgbClr val="FFFFFF"/>
                </a:solidFill>
                <a:latin typeface="DejaVu Serif"/>
                <a:cs typeface="DejaVu Serif"/>
              </a:rPr>
              <a:t>as </a:t>
            </a:r>
            <a:r>
              <a:rPr sz="700" spc="-60" dirty="0">
                <a:solidFill>
                  <a:srgbClr val="FFFFFF"/>
                </a:solidFill>
                <a:latin typeface="DejaVu Serif"/>
                <a:cs typeface="DejaVu Serif"/>
              </a:rPr>
              <a:t>Google, </a:t>
            </a:r>
            <a:r>
              <a:rPr sz="700" spc="-65" dirty="0">
                <a:solidFill>
                  <a:srgbClr val="FFFFFF"/>
                </a:solidFill>
                <a:latin typeface="DejaVu Serif"/>
                <a:cs typeface="DejaVu Serif"/>
              </a:rPr>
              <a:t>Bing </a:t>
            </a:r>
            <a:r>
              <a:rPr sz="700" spc="-60" dirty="0">
                <a:solidFill>
                  <a:srgbClr val="FFFFFF"/>
                </a:solidFill>
                <a:latin typeface="DejaVu Serif"/>
                <a:cs typeface="DejaVu Serif"/>
              </a:rPr>
              <a:t>and </a:t>
            </a:r>
            <a:r>
              <a:rPr sz="700" spc="100" dirty="0">
                <a:solidFill>
                  <a:srgbClr val="FFFFFF"/>
                </a:solidFill>
                <a:latin typeface="DejaVu Serif"/>
                <a:cs typeface="DejaVu Serif"/>
              </a:rPr>
              <a:t> </a:t>
            </a:r>
            <a:r>
              <a:rPr sz="700" spc="-65" dirty="0">
                <a:solidFill>
                  <a:srgbClr val="FFFFFF"/>
                </a:solidFill>
                <a:latin typeface="DejaVu Serif"/>
                <a:cs typeface="DejaVu Serif"/>
              </a:rPr>
              <a:t>Yahoo</a:t>
            </a:r>
            <a:r>
              <a:rPr sz="700" spc="-90" dirty="0">
                <a:solidFill>
                  <a:srgbClr val="FFFFFF"/>
                </a:solidFill>
                <a:latin typeface="DejaVu Serif"/>
                <a:cs typeface="DejaVu Serif"/>
              </a:rPr>
              <a:t> </a:t>
            </a:r>
            <a:r>
              <a:rPr sz="700" spc="-60" dirty="0">
                <a:solidFill>
                  <a:srgbClr val="FFFFFF"/>
                </a:solidFill>
                <a:latin typeface="DejaVu Serif"/>
                <a:cs typeface="DejaVu Serif"/>
              </a:rPr>
              <a:t>which increments</a:t>
            </a:r>
            <a:r>
              <a:rPr sz="700" spc="-85" dirty="0">
                <a:solidFill>
                  <a:srgbClr val="FFFFFF"/>
                </a:solidFill>
                <a:latin typeface="DejaVu Serif"/>
                <a:cs typeface="DejaVu Serif"/>
              </a:rPr>
              <a:t> </a:t>
            </a:r>
            <a:r>
              <a:rPr sz="700" spc="-50" dirty="0">
                <a:solidFill>
                  <a:srgbClr val="FFFFFF"/>
                </a:solidFill>
                <a:latin typeface="DejaVu Serif"/>
                <a:cs typeface="DejaVu Serif"/>
              </a:rPr>
              <a:t>quality</a:t>
            </a:r>
            <a:r>
              <a:rPr sz="700" spc="-85" dirty="0">
                <a:solidFill>
                  <a:srgbClr val="FFFFFF"/>
                </a:solidFill>
                <a:latin typeface="DejaVu Serif"/>
                <a:cs typeface="DejaVu Serif"/>
              </a:rPr>
              <a:t> </a:t>
            </a:r>
            <a:r>
              <a:rPr sz="700" spc="-50" dirty="0">
                <a:solidFill>
                  <a:srgbClr val="FFFFFF"/>
                </a:solidFill>
                <a:latin typeface="DejaVu Serif"/>
                <a:cs typeface="DejaVu Serif"/>
              </a:rPr>
              <a:t>visits</a:t>
            </a:r>
            <a:r>
              <a:rPr sz="700" spc="-85" dirty="0">
                <a:solidFill>
                  <a:srgbClr val="FFFFFF"/>
                </a:solidFill>
                <a:latin typeface="DejaVu Serif"/>
                <a:cs typeface="DejaVu Serif"/>
              </a:rPr>
              <a:t> </a:t>
            </a:r>
            <a:r>
              <a:rPr sz="700" spc="-45" dirty="0">
                <a:solidFill>
                  <a:srgbClr val="FFFFFF"/>
                </a:solidFill>
                <a:latin typeface="DejaVu Serif"/>
                <a:cs typeface="DejaVu Serif"/>
              </a:rPr>
              <a:t>on</a:t>
            </a:r>
            <a:r>
              <a:rPr sz="700" spc="-80" dirty="0">
                <a:solidFill>
                  <a:srgbClr val="FFFFFF"/>
                </a:solidFill>
                <a:latin typeface="DejaVu Serif"/>
                <a:cs typeface="DejaVu Serif"/>
              </a:rPr>
              <a:t> </a:t>
            </a:r>
            <a:r>
              <a:rPr sz="700" spc="-60" dirty="0">
                <a:solidFill>
                  <a:srgbClr val="FFFFFF"/>
                </a:solidFill>
                <a:latin typeface="DejaVu Serif"/>
                <a:cs typeface="DejaVu Serif"/>
              </a:rPr>
              <a:t>your</a:t>
            </a:r>
            <a:r>
              <a:rPr sz="700" spc="-85" dirty="0">
                <a:solidFill>
                  <a:srgbClr val="FFFFFF"/>
                </a:solidFill>
                <a:latin typeface="DejaVu Serif"/>
                <a:cs typeface="DejaVu Serif"/>
              </a:rPr>
              <a:t> </a:t>
            </a:r>
            <a:r>
              <a:rPr sz="700" spc="-55" dirty="0">
                <a:solidFill>
                  <a:srgbClr val="FFFFFF"/>
                </a:solidFill>
                <a:latin typeface="DejaVu Serif"/>
                <a:cs typeface="DejaVu Serif"/>
              </a:rPr>
              <a:t>site.</a:t>
            </a:r>
            <a:endParaRPr sz="700" dirty="0">
              <a:latin typeface="DejaVu Serif"/>
              <a:cs typeface="DejaVu Serif"/>
            </a:endParaRPr>
          </a:p>
        </p:txBody>
      </p:sp>
      <p:sp>
        <p:nvSpPr>
          <p:cNvPr id="122" name="object 122"/>
          <p:cNvSpPr txBox="1"/>
          <p:nvPr/>
        </p:nvSpPr>
        <p:spPr>
          <a:xfrm>
            <a:off x="3645141" y="2528845"/>
            <a:ext cx="2179320" cy="147320"/>
          </a:xfrm>
          <a:prstGeom prst="rect">
            <a:avLst/>
          </a:prstGeom>
        </p:spPr>
        <p:txBody>
          <a:bodyPr vert="horz" wrap="square" lIns="0" tIns="12700" rIns="0" bIns="0" rtlCol="0">
            <a:spAutoFit/>
          </a:bodyPr>
          <a:lstStyle/>
          <a:p>
            <a:pPr marL="12700">
              <a:lnSpc>
                <a:spcPct val="100000"/>
              </a:lnSpc>
              <a:spcBef>
                <a:spcPts val="100"/>
              </a:spcBef>
            </a:pPr>
            <a:r>
              <a:rPr sz="800" spc="-70" dirty="0" err="1" smtClean="0">
                <a:solidFill>
                  <a:srgbClr val="FFFFFF"/>
                </a:solidFill>
                <a:latin typeface="DejaVu Serif"/>
                <a:cs typeface="DejaVu Serif"/>
              </a:rPr>
              <a:t>KickStart</a:t>
            </a:r>
            <a:r>
              <a:rPr sz="800" spc="-70" dirty="0" smtClean="0">
                <a:solidFill>
                  <a:srgbClr val="FFFFFF"/>
                </a:solidFill>
                <a:latin typeface="DejaVu Serif"/>
                <a:cs typeface="DejaVu Serif"/>
              </a:rPr>
              <a:t> </a:t>
            </a:r>
            <a:r>
              <a:rPr sz="800" spc="-85" dirty="0" smtClean="0">
                <a:solidFill>
                  <a:srgbClr val="FFFFFF"/>
                </a:solidFill>
                <a:latin typeface="DejaVu Serif"/>
                <a:cs typeface="DejaVu Serif"/>
              </a:rPr>
              <a:t>makes </a:t>
            </a:r>
            <a:r>
              <a:rPr sz="800" spc="-70" dirty="0" smtClean="0">
                <a:solidFill>
                  <a:srgbClr val="FFFFFF"/>
                </a:solidFill>
                <a:latin typeface="DejaVu Serif"/>
                <a:cs typeface="DejaVu Serif"/>
              </a:rPr>
              <a:t>your site </a:t>
            </a:r>
            <a:r>
              <a:rPr sz="800" spc="-80" dirty="0" smtClean="0">
                <a:solidFill>
                  <a:srgbClr val="FFFFFF"/>
                </a:solidFill>
                <a:latin typeface="DejaVu Serif"/>
                <a:cs typeface="DejaVu Serif"/>
              </a:rPr>
              <a:t>accessible </a:t>
            </a:r>
            <a:r>
              <a:rPr sz="800" spc="-40" dirty="0" smtClean="0">
                <a:solidFill>
                  <a:srgbClr val="FFFFFF"/>
                </a:solidFill>
                <a:latin typeface="DejaVu Serif"/>
                <a:cs typeface="DejaVu Serif"/>
              </a:rPr>
              <a:t>in </a:t>
            </a:r>
            <a:r>
              <a:rPr sz="800" spc="-55" dirty="0" smtClean="0">
                <a:solidFill>
                  <a:srgbClr val="FFFFFF"/>
                </a:solidFill>
                <a:latin typeface="DejaVu Serif"/>
                <a:cs typeface="DejaVu Serif"/>
              </a:rPr>
              <a:t>all</a:t>
            </a:r>
            <a:r>
              <a:rPr sz="800" spc="30" dirty="0" smtClean="0">
                <a:solidFill>
                  <a:srgbClr val="FFFFFF"/>
                </a:solidFill>
                <a:latin typeface="DejaVu Serif"/>
                <a:cs typeface="DejaVu Serif"/>
              </a:rPr>
              <a:t> </a:t>
            </a:r>
            <a:r>
              <a:rPr sz="800" spc="-65" dirty="0" smtClean="0">
                <a:solidFill>
                  <a:srgbClr val="FFFFFF"/>
                </a:solidFill>
                <a:latin typeface="DejaVu Serif"/>
                <a:cs typeface="DejaVu Serif"/>
              </a:rPr>
              <a:t>the</a:t>
            </a:r>
            <a:endParaRPr sz="800" dirty="0">
              <a:latin typeface="DejaVu Serif"/>
              <a:cs typeface="DejaVu Serif"/>
            </a:endParaRPr>
          </a:p>
        </p:txBody>
      </p:sp>
      <p:sp>
        <p:nvSpPr>
          <p:cNvPr id="123" name="object 123"/>
          <p:cNvSpPr txBox="1"/>
          <p:nvPr/>
        </p:nvSpPr>
        <p:spPr>
          <a:xfrm>
            <a:off x="3003269" y="2643124"/>
            <a:ext cx="2818765" cy="245745"/>
          </a:xfrm>
          <a:prstGeom prst="rect">
            <a:avLst/>
          </a:prstGeom>
        </p:spPr>
        <p:txBody>
          <a:bodyPr vert="horz" wrap="square" lIns="0" tIns="12700" rIns="0" bIns="0" rtlCol="0">
            <a:spAutoFit/>
          </a:bodyPr>
          <a:lstStyle/>
          <a:p>
            <a:pPr marL="12700">
              <a:lnSpc>
                <a:spcPts val="865"/>
              </a:lnSpc>
              <a:spcBef>
                <a:spcPts val="100"/>
              </a:spcBef>
            </a:pPr>
            <a:r>
              <a:rPr sz="700" spc="20" dirty="0">
                <a:solidFill>
                  <a:srgbClr val="FFFFFF"/>
                </a:solidFill>
                <a:latin typeface="Verdana"/>
                <a:cs typeface="Verdana"/>
              </a:rPr>
              <a:t>MARKETING  </a:t>
            </a:r>
            <a:r>
              <a:rPr sz="1200" spc="-97" baseline="3472" dirty="0">
                <a:solidFill>
                  <a:srgbClr val="FFFFFF"/>
                </a:solidFill>
                <a:latin typeface="DejaVu Serif"/>
                <a:cs typeface="DejaVu Serif"/>
              </a:rPr>
              <a:t>medium </a:t>
            </a:r>
            <a:r>
              <a:rPr sz="1200" spc="-75" baseline="3472" dirty="0">
                <a:solidFill>
                  <a:srgbClr val="FFFFFF"/>
                </a:solidFill>
                <a:latin typeface="DejaVu Serif"/>
                <a:cs typeface="DejaVu Serif"/>
              </a:rPr>
              <a:t>of online </a:t>
            </a:r>
            <a:r>
              <a:rPr sz="1200" spc="-104" baseline="3472" dirty="0">
                <a:solidFill>
                  <a:srgbClr val="FFFFFF"/>
                </a:solidFill>
                <a:latin typeface="DejaVu Serif"/>
                <a:cs typeface="DejaVu Serif"/>
              </a:rPr>
              <a:t>marketing, </a:t>
            </a:r>
            <a:r>
              <a:rPr sz="1200" spc="-120" baseline="3472" dirty="0">
                <a:solidFill>
                  <a:srgbClr val="FFFFFF"/>
                </a:solidFill>
                <a:latin typeface="DejaVu Serif"/>
                <a:cs typeface="DejaVu Serif"/>
              </a:rPr>
              <a:t>aﬃlated</a:t>
            </a:r>
            <a:r>
              <a:rPr sz="1200" spc="-127" baseline="3472" dirty="0">
                <a:solidFill>
                  <a:srgbClr val="FFFFFF"/>
                </a:solidFill>
                <a:latin typeface="DejaVu Serif"/>
                <a:cs typeface="DejaVu Serif"/>
              </a:rPr>
              <a:t> </a:t>
            </a:r>
            <a:r>
              <a:rPr sz="1200" spc="-97" baseline="3472" dirty="0">
                <a:solidFill>
                  <a:srgbClr val="FFFFFF"/>
                </a:solidFill>
                <a:latin typeface="DejaVu Serif"/>
                <a:cs typeface="DejaVu Serif"/>
              </a:rPr>
              <a:t>promoting</a:t>
            </a:r>
            <a:endParaRPr sz="1200" baseline="3472" dirty="0">
              <a:latin typeface="DejaVu Serif"/>
              <a:cs typeface="DejaVu Serif"/>
            </a:endParaRPr>
          </a:p>
          <a:p>
            <a:pPr marL="654050">
              <a:lnSpc>
                <a:spcPts val="865"/>
              </a:lnSpc>
            </a:pPr>
            <a:r>
              <a:rPr sz="800" spc="50" dirty="0">
                <a:solidFill>
                  <a:srgbClr val="FFFFFF"/>
                </a:solidFill>
                <a:latin typeface="DejaVu Serif"/>
                <a:cs typeface="DejaVu Serif"/>
              </a:rPr>
              <a:t>/ </a:t>
            </a:r>
            <a:r>
              <a:rPr sz="800" spc="-65" dirty="0">
                <a:solidFill>
                  <a:srgbClr val="FFFFFF"/>
                </a:solidFill>
                <a:latin typeface="DejaVu Serif"/>
                <a:cs typeface="DejaVu Serif"/>
              </a:rPr>
              <a:t>email  </a:t>
            </a:r>
            <a:r>
              <a:rPr sz="800" spc="-75" dirty="0">
                <a:solidFill>
                  <a:srgbClr val="FFFFFF"/>
                </a:solidFill>
                <a:latin typeface="DejaVu Serif"/>
                <a:cs typeface="DejaVu Serif"/>
              </a:rPr>
              <a:t>Marketing  </a:t>
            </a:r>
            <a:r>
              <a:rPr sz="800" spc="50" dirty="0">
                <a:solidFill>
                  <a:srgbClr val="FFFFFF"/>
                </a:solidFill>
                <a:latin typeface="DejaVu Serif"/>
                <a:cs typeface="DejaVu Serif"/>
              </a:rPr>
              <a:t>/ </a:t>
            </a:r>
            <a:r>
              <a:rPr sz="800" spc="-95" dirty="0">
                <a:solidFill>
                  <a:srgbClr val="FFFFFF"/>
                </a:solidFill>
                <a:latin typeface="DejaVu Serif"/>
                <a:cs typeface="DejaVu Serif"/>
              </a:rPr>
              <a:t>Search  </a:t>
            </a:r>
            <a:r>
              <a:rPr sz="800" spc="-75" dirty="0">
                <a:solidFill>
                  <a:srgbClr val="FFFFFF"/>
                </a:solidFill>
                <a:latin typeface="DejaVu Serif"/>
                <a:cs typeface="DejaVu Serif"/>
              </a:rPr>
              <a:t>Engine  Marketing</a:t>
            </a:r>
            <a:r>
              <a:rPr sz="800" spc="-145" dirty="0">
                <a:solidFill>
                  <a:srgbClr val="FFFFFF"/>
                </a:solidFill>
                <a:latin typeface="DejaVu Serif"/>
                <a:cs typeface="DejaVu Serif"/>
              </a:rPr>
              <a:t> </a:t>
            </a:r>
            <a:r>
              <a:rPr sz="800" spc="50" dirty="0">
                <a:solidFill>
                  <a:srgbClr val="FFFFFF"/>
                </a:solidFill>
                <a:latin typeface="DejaVu Serif"/>
                <a:cs typeface="DejaVu Serif"/>
              </a:rPr>
              <a:t>/</a:t>
            </a:r>
            <a:endParaRPr sz="800" dirty="0">
              <a:latin typeface="DejaVu Serif"/>
              <a:cs typeface="DejaVu Serif"/>
            </a:endParaRPr>
          </a:p>
        </p:txBody>
      </p:sp>
      <p:sp>
        <p:nvSpPr>
          <p:cNvPr id="125" name="object 125"/>
          <p:cNvSpPr txBox="1"/>
          <p:nvPr/>
        </p:nvSpPr>
        <p:spPr>
          <a:xfrm>
            <a:off x="801240" y="543908"/>
            <a:ext cx="2005330" cy="733425"/>
          </a:xfrm>
          <a:prstGeom prst="rect">
            <a:avLst/>
          </a:prstGeom>
        </p:spPr>
        <p:txBody>
          <a:bodyPr vert="horz" wrap="square" lIns="0" tIns="12700" rIns="0" bIns="0" rtlCol="0">
            <a:spAutoFit/>
          </a:bodyPr>
          <a:lstStyle/>
          <a:p>
            <a:pPr marL="12700" marR="5080">
              <a:lnSpc>
                <a:spcPct val="110600"/>
              </a:lnSpc>
              <a:spcBef>
                <a:spcPts val="100"/>
              </a:spcBef>
            </a:pPr>
            <a:r>
              <a:rPr sz="700" spc="-70" dirty="0">
                <a:latin typeface="DejaVu Serif"/>
                <a:cs typeface="DejaVu Serif"/>
              </a:rPr>
              <a:t>We </a:t>
            </a:r>
            <a:r>
              <a:rPr sz="700" spc="-85" dirty="0">
                <a:latin typeface="DejaVu Serif"/>
                <a:cs typeface="DejaVu Serif"/>
              </a:rPr>
              <a:t>are a </a:t>
            </a:r>
            <a:r>
              <a:rPr sz="700" spc="-65" dirty="0">
                <a:latin typeface="DejaVu Serif"/>
                <a:cs typeface="DejaVu Serif"/>
              </a:rPr>
              <a:t>Graphic </a:t>
            </a:r>
            <a:r>
              <a:rPr sz="700" spc="-60" dirty="0">
                <a:latin typeface="DejaVu Serif"/>
                <a:cs typeface="DejaVu Serif"/>
              </a:rPr>
              <a:t>Design </a:t>
            </a:r>
            <a:r>
              <a:rPr sz="700" spc="-65" dirty="0">
                <a:latin typeface="DejaVu Serif"/>
                <a:cs typeface="DejaVu Serif"/>
              </a:rPr>
              <a:t>company creating </a:t>
            </a:r>
            <a:r>
              <a:rPr sz="700" spc="-70" dirty="0">
                <a:latin typeface="DejaVu Serif"/>
                <a:cs typeface="DejaVu Serif"/>
              </a:rPr>
              <a:t>graphics  </a:t>
            </a:r>
            <a:r>
              <a:rPr sz="700" spc="-50" dirty="0">
                <a:latin typeface="DejaVu Serif"/>
                <a:cs typeface="DejaVu Serif"/>
              </a:rPr>
              <a:t>to </a:t>
            </a:r>
            <a:r>
              <a:rPr sz="700" spc="-65" dirty="0">
                <a:latin typeface="DejaVu Serif"/>
                <a:cs typeface="DejaVu Serif"/>
              </a:rPr>
              <a:t>match </a:t>
            </a:r>
            <a:r>
              <a:rPr sz="700" spc="-55" dirty="0">
                <a:latin typeface="DejaVu Serif"/>
                <a:cs typeface="DejaVu Serif"/>
              </a:rPr>
              <a:t>the </a:t>
            </a:r>
            <a:r>
              <a:rPr sz="700" spc="-65" dirty="0">
                <a:latin typeface="DejaVu Serif"/>
                <a:cs typeface="DejaVu Serif"/>
              </a:rPr>
              <a:t>customer </a:t>
            </a:r>
            <a:r>
              <a:rPr sz="700" spc="-60" dirty="0">
                <a:latin typeface="DejaVu Serif"/>
                <a:cs typeface="DejaVu Serif"/>
              </a:rPr>
              <a:t>requirement. </a:t>
            </a:r>
            <a:r>
              <a:rPr sz="700" spc="-70" dirty="0">
                <a:latin typeface="DejaVu Serif"/>
                <a:cs typeface="DejaVu Serif"/>
              </a:rPr>
              <a:t>We </a:t>
            </a:r>
            <a:r>
              <a:rPr sz="700" spc="-80" dirty="0">
                <a:latin typeface="DejaVu Serif"/>
                <a:cs typeface="DejaVu Serif"/>
              </a:rPr>
              <a:t>have </a:t>
            </a:r>
            <a:r>
              <a:rPr sz="700" spc="-85" dirty="0">
                <a:latin typeface="DejaVu Serif"/>
                <a:cs typeface="DejaVu Serif"/>
              </a:rPr>
              <a:t>a  </a:t>
            </a:r>
            <a:r>
              <a:rPr sz="700" spc="-65" dirty="0">
                <a:latin typeface="DejaVu Serif"/>
                <a:cs typeface="DejaVu Serif"/>
              </a:rPr>
              <a:t>capable </a:t>
            </a:r>
            <a:r>
              <a:rPr sz="700" spc="-55" dirty="0">
                <a:latin typeface="DejaVu Serif"/>
                <a:cs typeface="DejaVu Serif"/>
              </a:rPr>
              <a:t>innovative </a:t>
            </a:r>
            <a:r>
              <a:rPr sz="700" spc="-70" dirty="0">
                <a:latin typeface="DejaVu Serif"/>
                <a:cs typeface="DejaVu Serif"/>
              </a:rPr>
              <a:t>designers </a:t>
            </a:r>
            <a:r>
              <a:rPr sz="700" spc="-65" dirty="0">
                <a:latin typeface="DejaVu Serif"/>
                <a:cs typeface="DejaVu Serif"/>
              </a:rPr>
              <a:t>who </a:t>
            </a:r>
            <a:r>
              <a:rPr sz="700" spc="-80" dirty="0">
                <a:latin typeface="DejaVu Serif"/>
                <a:cs typeface="DejaVu Serif"/>
              </a:rPr>
              <a:t>gets </a:t>
            </a:r>
            <a:r>
              <a:rPr sz="700" spc="-60" dirty="0">
                <a:latin typeface="DejaVu Serif"/>
                <a:cs typeface="DejaVu Serif"/>
              </a:rPr>
              <a:t>you </a:t>
            </a:r>
            <a:r>
              <a:rPr sz="700" spc="-55" dirty="0">
                <a:latin typeface="DejaVu Serif"/>
                <a:cs typeface="DejaVu Serif"/>
              </a:rPr>
              <a:t>the  </a:t>
            </a:r>
            <a:r>
              <a:rPr sz="700" spc="-65" dirty="0">
                <a:latin typeface="DejaVu Serif"/>
                <a:cs typeface="DejaVu Serif"/>
              </a:rPr>
              <a:t>recognizable graphic </a:t>
            </a:r>
            <a:r>
              <a:rPr sz="700" spc="-70" dirty="0">
                <a:latin typeface="DejaVu Serif"/>
                <a:cs typeface="DejaVu Serif"/>
              </a:rPr>
              <a:t>work </a:t>
            </a:r>
            <a:r>
              <a:rPr sz="700" spc="-55" dirty="0">
                <a:latin typeface="DejaVu Serif"/>
                <a:cs typeface="DejaVu Serif"/>
              </a:rPr>
              <a:t>for </a:t>
            </a:r>
            <a:r>
              <a:rPr sz="700" spc="-50" dirty="0">
                <a:latin typeface="DejaVu Serif"/>
                <a:cs typeface="DejaVu Serif"/>
              </a:rPr>
              <a:t>Print, </a:t>
            </a:r>
            <a:r>
              <a:rPr sz="700" spc="-65" dirty="0">
                <a:latin typeface="DejaVu Serif"/>
                <a:cs typeface="DejaVu Serif"/>
              </a:rPr>
              <a:t>Web, Sound  </a:t>
            </a:r>
            <a:r>
              <a:rPr sz="700" spc="-60" dirty="0">
                <a:latin typeface="DejaVu Serif"/>
                <a:cs typeface="DejaVu Serif"/>
              </a:rPr>
              <a:t>and </a:t>
            </a:r>
            <a:r>
              <a:rPr sz="700" spc="-50" dirty="0">
                <a:latin typeface="DejaVu Serif"/>
                <a:cs typeface="DejaVu Serif"/>
              </a:rPr>
              <a:t>Video </a:t>
            </a:r>
            <a:r>
              <a:rPr sz="700" spc="-60" dirty="0">
                <a:latin typeface="DejaVu Serif"/>
                <a:cs typeface="DejaVu Serif"/>
              </a:rPr>
              <a:t>media </a:t>
            </a:r>
            <a:r>
              <a:rPr sz="700" spc="-70" dirty="0">
                <a:latin typeface="DejaVu Serif"/>
                <a:cs typeface="DejaVu Serif"/>
              </a:rPr>
              <a:t>groups </a:t>
            </a:r>
            <a:r>
              <a:rPr sz="700" spc="-60" dirty="0">
                <a:latin typeface="DejaVu Serif"/>
                <a:cs typeface="DejaVu Serif"/>
              </a:rPr>
              <a:t>and </a:t>
            </a:r>
            <a:r>
              <a:rPr sz="700" spc="-55" dirty="0">
                <a:latin typeface="DejaVu Serif"/>
                <a:cs typeface="DejaVu Serif"/>
              </a:rPr>
              <a:t>other </a:t>
            </a:r>
            <a:r>
              <a:rPr sz="700" spc="-65" dirty="0">
                <a:latin typeface="DejaVu Serif"/>
                <a:cs typeface="DejaVu Serif"/>
              </a:rPr>
              <a:t>graphic design  </a:t>
            </a:r>
            <a:r>
              <a:rPr sz="700" spc="-70" dirty="0">
                <a:latin typeface="DejaVu Serif"/>
                <a:cs typeface="DejaVu Serif"/>
              </a:rPr>
              <a:t>services.</a:t>
            </a:r>
            <a:endParaRPr sz="700" dirty="0">
              <a:latin typeface="DejaVu Serif"/>
              <a:cs typeface="DejaVu Serif"/>
            </a:endParaRPr>
          </a:p>
        </p:txBody>
      </p:sp>
      <p:sp>
        <p:nvSpPr>
          <p:cNvPr id="126" name="object 126"/>
          <p:cNvSpPr txBox="1"/>
          <p:nvPr/>
        </p:nvSpPr>
        <p:spPr>
          <a:xfrm>
            <a:off x="801142" y="1379829"/>
            <a:ext cx="1823720" cy="783590"/>
          </a:xfrm>
          <a:prstGeom prst="rect">
            <a:avLst/>
          </a:prstGeom>
        </p:spPr>
        <p:txBody>
          <a:bodyPr vert="horz" wrap="square" lIns="0" tIns="10795" rIns="0" bIns="0" rtlCol="0">
            <a:spAutoFit/>
          </a:bodyPr>
          <a:lstStyle/>
          <a:p>
            <a:pPr marL="12700" marR="5080" algn="just">
              <a:lnSpc>
                <a:spcPct val="101699"/>
              </a:lnSpc>
              <a:spcBef>
                <a:spcPts val="85"/>
              </a:spcBef>
            </a:pPr>
            <a:r>
              <a:rPr sz="700" spc="-65" dirty="0">
                <a:solidFill>
                  <a:srgbClr val="FFFFFF"/>
                </a:solidFill>
                <a:latin typeface="DejaVu Serif"/>
                <a:cs typeface="DejaVu Serif"/>
              </a:rPr>
              <a:t>We </a:t>
            </a:r>
            <a:r>
              <a:rPr sz="700" spc="-60" dirty="0">
                <a:solidFill>
                  <a:srgbClr val="FFFFFF"/>
                </a:solidFill>
                <a:latin typeface="DejaVu Serif"/>
                <a:cs typeface="DejaVu Serif"/>
              </a:rPr>
              <a:t>oﬀer </a:t>
            </a:r>
            <a:r>
              <a:rPr sz="700" spc="-45" dirty="0">
                <a:solidFill>
                  <a:srgbClr val="FFFFFF"/>
                </a:solidFill>
                <a:latin typeface="DejaVu Serif"/>
                <a:cs typeface="DejaVu Serif"/>
              </a:rPr>
              <a:t>App </a:t>
            </a:r>
            <a:r>
              <a:rPr sz="700" spc="-50" dirty="0">
                <a:solidFill>
                  <a:srgbClr val="FFFFFF"/>
                </a:solidFill>
                <a:latin typeface="DejaVu Serif"/>
                <a:cs typeface="DejaVu Serif"/>
              </a:rPr>
              <a:t>Development </a:t>
            </a:r>
            <a:r>
              <a:rPr sz="700" spc="-150" dirty="0">
                <a:solidFill>
                  <a:srgbClr val="FFFFFF"/>
                </a:solidFill>
                <a:latin typeface="DejaVu Serif"/>
                <a:cs typeface="DejaVu Serif"/>
              </a:rPr>
              <a:t>&amp; </a:t>
            </a:r>
            <a:r>
              <a:rPr sz="700" spc="-55" dirty="0">
                <a:solidFill>
                  <a:srgbClr val="FFFFFF"/>
                </a:solidFill>
                <a:latin typeface="DejaVu Serif"/>
                <a:cs typeface="DejaVu Serif"/>
              </a:rPr>
              <a:t>Testing </a:t>
            </a:r>
            <a:r>
              <a:rPr sz="700" spc="-50" dirty="0">
                <a:solidFill>
                  <a:srgbClr val="FFFFFF"/>
                </a:solidFill>
                <a:latin typeface="DejaVu Serif"/>
                <a:cs typeface="DejaVu Serif"/>
              </a:rPr>
              <a:t>for  </a:t>
            </a:r>
            <a:r>
              <a:rPr sz="700" spc="-55" dirty="0">
                <a:solidFill>
                  <a:srgbClr val="FFFFFF"/>
                </a:solidFill>
                <a:latin typeface="DejaVu Serif"/>
                <a:cs typeface="DejaVu Serif"/>
              </a:rPr>
              <a:t>IOS, </a:t>
            </a:r>
            <a:r>
              <a:rPr sz="700" spc="-50" dirty="0">
                <a:solidFill>
                  <a:srgbClr val="FFFFFF"/>
                </a:solidFill>
                <a:latin typeface="DejaVu Serif"/>
                <a:cs typeface="DejaVu Serif"/>
              </a:rPr>
              <a:t>Android </a:t>
            </a:r>
            <a:r>
              <a:rPr sz="700" spc="-150" dirty="0">
                <a:solidFill>
                  <a:srgbClr val="FFFFFF"/>
                </a:solidFill>
                <a:latin typeface="DejaVu Serif"/>
                <a:cs typeface="DejaVu Serif"/>
              </a:rPr>
              <a:t>&amp; </a:t>
            </a:r>
            <a:r>
              <a:rPr sz="700" spc="-75" dirty="0">
                <a:solidFill>
                  <a:srgbClr val="FFFFFF"/>
                </a:solidFill>
                <a:latin typeface="DejaVu Serif"/>
                <a:cs typeface="DejaVu Serif"/>
              </a:rPr>
              <a:t>Cross </a:t>
            </a:r>
            <a:r>
              <a:rPr sz="700" spc="-55" dirty="0">
                <a:solidFill>
                  <a:srgbClr val="FFFFFF"/>
                </a:solidFill>
                <a:latin typeface="DejaVu Serif"/>
                <a:cs typeface="DejaVu Serif"/>
              </a:rPr>
              <a:t>platform. </a:t>
            </a:r>
            <a:r>
              <a:rPr sz="700" spc="-70" dirty="0">
                <a:solidFill>
                  <a:srgbClr val="FFFFFF"/>
                </a:solidFill>
                <a:latin typeface="DejaVu Serif"/>
                <a:cs typeface="DejaVu Serif"/>
              </a:rPr>
              <a:t>We </a:t>
            </a:r>
            <a:r>
              <a:rPr sz="700" spc="-75" dirty="0">
                <a:solidFill>
                  <a:srgbClr val="FFFFFF"/>
                </a:solidFill>
                <a:latin typeface="DejaVu Serif"/>
                <a:cs typeface="DejaVu Serif"/>
              </a:rPr>
              <a:t>give </a:t>
            </a:r>
            <a:r>
              <a:rPr sz="700" spc="-60" dirty="0">
                <a:solidFill>
                  <a:srgbClr val="FFFFFF"/>
                </a:solidFill>
                <a:latin typeface="DejaVu Serif"/>
                <a:cs typeface="DejaVu Serif"/>
              </a:rPr>
              <a:t>you  </a:t>
            </a:r>
            <a:r>
              <a:rPr sz="700" spc="-85" dirty="0">
                <a:solidFill>
                  <a:srgbClr val="FFFFFF"/>
                </a:solidFill>
                <a:latin typeface="DejaVu Serif"/>
                <a:cs typeface="DejaVu Serif"/>
              </a:rPr>
              <a:t>a</a:t>
            </a:r>
            <a:r>
              <a:rPr sz="700" spc="50" dirty="0">
                <a:solidFill>
                  <a:srgbClr val="FFFFFF"/>
                </a:solidFill>
                <a:latin typeface="DejaVu Serif"/>
                <a:cs typeface="DejaVu Serif"/>
              </a:rPr>
              <a:t> </a:t>
            </a:r>
            <a:r>
              <a:rPr sz="700" spc="-55" dirty="0">
                <a:solidFill>
                  <a:srgbClr val="FFFFFF"/>
                </a:solidFill>
                <a:latin typeface="DejaVu Serif"/>
                <a:cs typeface="DejaVu Serif"/>
              </a:rPr>
              <a:t>best </a:t>
            </a:r>
            <a:r>
              <a:rPr sz="700" spc="-65" dirty="0">
                <a:solidFill>
                  <a:srgbClr val="FFFFFF"/>
                </a:solidFill>
                <a:latin typeface="DejaVu Serif"/>
                <a:cs typeface="DejaVu Serif"/>
              </a:rPr>
              <a:t>stage </a:t>
            </a:r>
            <a:r>
              <a:rPr sz="700" spc="-40" dirty="0">
                <a:solidFill>
                  <a:srgbClr val="FFFFFF"/>
                </a:solidFill>
                <a:latin typeface="DejaVu Serif"/>
                <a:cs typeface="DejaVu Serif"/>
              </a:rPr>
              <a:t>that </a:t>
            </a:r>
            <a:r>
              <a:rPr sz="700" spc="-35" dirty="0">
                <a:solidFill>
                  <a:srgbClr val="FFFFFF"/>
                </a:solidFill>
                <a:latin typeface="DejaVu Serif"/>
                <a:cs typeface="DejaVu Serif"/>
              </a:rPr>
              <a:t>will </a:t>
            </a:r>
            <a:r>
              <a:rPr sz="700" spc="-60" dirty="0">
                <a:solidFill>
                  <a:srgbClr val="FFFFFF"/>
                </a:solidFill>
                <a:latin typeface="DejaVu Serif"/>
                <a:cs typeface="DejaVu Serif"/>
              </a:rPr>
              <a:t>give  </a:t>
            </a:r>
            <a:r>
              <a:rPr sz="700" spc="-40" dirty="0">
                <a:solidFill>
                  <a:srgbClr val="FFFFFF"/>
                </a:solidFill>
                <a:latin typeface="DejaVu Serif"/>
                <a:cs typeface="DejaVu Serif"/>
              </a:rPr>
              <a:t>quality </a:t>
            </a:r>
            <a:r>
              <a:rPr sz="700" spc="-35" dirty="0">
                <a:solidFill>
                  <a:srgbClr val="FFFFFF"/>
                </a:solidFill>
                <a:latin typeface="DejaVu Serif"/>
                <a:cs typeface="DejaVu Serif"/>
              </a:rPr>
              <a:t>output  </a:t>
            </a:r>
            <a:r>
              <a:rPr sz="700" spc="-40" dirty="0">
                <a:solidFill>
                  <a:srgbClr val="FFFFFF"/>
                </a:solidFill>
                <a:latin typeface="DejaVu Serif"/>
                <a:cs typeface="DejaVu Serif"/>
              </a:rPr>
              <a:t>ensuring </a:t>
            </a:r>
            <a:r>
              <a:rPr sz="700" spc="-45" dirty="0">
                <a:solidFill>
                  <a:srgbClr val="FFFFFF"/>
                </a:solidFill>
                <a:latin typeface="DejaVu Serif"/>
                <a:cs typeface="DejaVu Serif"/>
              </a:rPr>
              <a:t>value </a:t>
            </a:r>
            <a:r>
              <a:rPr sz="700" spc="-35" dirty="0">
                <a:solidFill>
                  <a:srgbClr val="FFFFFF"/>
                </a:solidFill>
                <a:latin typeface="DejaVu Serif"/>
                <a:cs typeface="DejaVu Serif"/>
              </a:rPr>
              <a:t>to </a:t>
            </a:r>
            <a:r>
              <a:rPr sz="700" spc="-40" dirty="0">
                <a:solidFill>
                  <a:srgbClr val="FFFFFF"/>
                </a:solidFill>
                <a:latin typeface="DejaVu Serif"/>
                <a:cs typeface="DejaVu Serif"/>
              </a:rPr>
              <a:t>our </a:t>
            </a:r>
            <a:r>
              <a:rPr sz="700" spc="-45" dirty="0">
                <a:solidFill>
                  <a:srgbClr val="FFFFFF"/>
                </a:solidFill>
                <a:latin typeface="DejaVu Serif"/>
                <a:cs typeface="DejaVu Serif"/>
              </a:rPr>
              <a:t>your business and  </a:t>
            </a:r>
            <a:r>
              <a:rPr sz="700" spc="-65" dirty="0">
                <a:solidFill>
                  <a:srgbClr val="FFFFFF"/>
                </a:solidFill>
                <a:latin typeface="DejaVu Serif"/>
                <a:cs typeface="DejaVu Serif"/>
              </a:rPr>
              <a:t>increase </a:t>
            </a:r>
            <a:r>
              <a:rPr sz="700" spc="-30" dirty="0">
                <a:solidFill>
                  <a:srgbClr val="FFFFFF"/>
                </a:solidFill>
                <a:latin typeface="DejaVu Serif"/>
                <a:cs typeface="DejaVu Serif"/>
              </a:rPr>
              <a:t>it </a:t>
            </a:r>
            <a:r>
              <a:rPr sz="700" spc="-50" dirty="0">
                <a:solidFill>
                  <a:srgbClr val="FFFFFF"/>
                </a:solidFill>
                <a:latin typeface="DejaVu Serif"/>
                <a:cs typeface="DejaVu Serif"/>
              </a:rPr>
              <a:t>proﬁtability. </a:t>
            </a:r>
            <a:r>
              <a:rPr sz="700" spc="-70" dirty="0">
                <a:solidFill>
                  <a:srgbClr val="FFFFFF"/>
                </a:solidFill>
                <a:latin typeface="DejaVu Serif"/>
                <a:cs typeface="DejaVu Serif"/>
              </a:rPr>
              <a:t>We work </a:t>
            </a:r>
            <a:r>
              <a:rPr sz="700" spc="-50" dirty="0">
                <a:solidFill>
                  <a:srgbClr val="FFFFFF"/>
                </a:solidFill>
                <a:latin typeface="DejaVu Serif"/>
                <a:cs typeface="DejaVu Serif"/>
              </a:rPr>
              <a:t>with </a:t>
            </a:r>
            <a:r>
              <a:rPr sz="700" spc="-60" dirty="0">
                <a:solidFill>
                  <a:srgbClr val="FFFFFF"/>
                </a:solidFill>
                <a:latin typeface="DejaVu Serif"/>
                <a:cs typeface="DejaVu Serif"/>
              </a:rPr>
              <a:t>you  </a:t>
            </a:r>
            <a:r>
              <a:rPr sz="700" spc="-50" dirty="0">
                <a:solidFill>
                  <a:srgbClr val="FFFFFF"/>
                </a:solidFill>
                <a:latin typeface="DejaVu Serif"/>
                <a:cs typeface="DejaVu Serif"/>
              </a:rPr>
              <a:t>from </a:t>
            </a:r>
            <a:r>
              <a:rPr sz="700" spc="-40" dirty="0">
                <a:solidFill>
                  <a:srgbClr val="FFFFFF"/>
                </a:solidFill>
                <a:latin typeface="DejaVu Serif"/>
                <a:cs typeface="DejaVu Serif"/>
              </a:rPr>
              <a:t>origination, </a:t>
            </a:r>
            <a:r>
              <a:rPr sz="700" spc="-55" dirty="0">
                <a:solidFill>
                  <a:srgbClr val="FFFFFF"/>
                </a:solidFill>
                <a:latin typeface="DejaVu Serif"/>
                <a:cs typeface="DejaVu Serif"/>
              </a:rPr>
              <a:t>engineering and </a:t>
            </a:r>
            <a:r>
              <a:rPr sz="700" spc="-45" dirty="0">
                <a:solidFill>
                  <a:srgbClr val="FFFFFF"/>
                </a:solidFill>
                <a:latin typeface="DejaVu Serif"/>
                <a:cs typeface="DejaVu Serif"/>
              </a:rPr>
              <a:t>plan </a:t>
            </a:r>
            <a:r>
              <a:rPr sz="700" spc="-40" dirty="0">
                <a:solidFill>
                  <a:srgbClr val="FFFFFF"/>
                </a:solidFill>
                <a:latin typeface="DejaVu Serif"/>
                <a:cs typeface="DejaVu Serif"/>
              </a:rPr>
              <a:t>of  </a:t>
            </a:r>
            <a:r>
              <a:rPr sz="700" spc="-55" dirty="0">
                <a:solidFill>
                  <a:srgbClr val="FFFFFF"/>
                </a:solidFill>
                <a:latin typeface="DejaVu Serif"/>
                <a:cs typeface="DejaVu Serif"/>
              </a:rPr>
              <a:t>the</a:t>
            </a:r>
            <a:r>
              <a:rPr sz="700" spc="-95" dirty="0">
                <a:solidFill>
                  <a:srgbClr val="FFFFFF"/>
                </a:solidFill>
                <a:latin typeface="DejaVu Serif"/>
                <a:cs typeface="DejaVu Serif"/>
              </a:rPr>
              <a:t> </a:t>
            </a:r>
            <a:r>
              <a:rPr sz="700" spc="-50" dirty="0">
                <a:solidFill>
                  <a:srgbClr val="FFFFFF"/>
                </a:solidFill>
                <a:latin typeface="DejaVu Serif"/>
                <a:cs typeface="DejaVu Serif"/>
              </a:rPr>
              <a:t>application,</a:t>
            </a:r>
            <a:r>
              <a:rPr sz="700" spc="-75" dirty="0">
                <a:solidFill>
                  <a:srgbClr val="FFFFFF"/>
                </a:solidFill>
                <a:latin typeface="DejaVu Serif"/>
                <a:cs typeface="DejaVu Serif"/>
              </a:rPr>
              <a:t> </a:t>
            </a:r>
            <a:r>
              <a:rPr sz="700" spc="-65" dirty="0">
                <a:solidFill>
                  <a:srgbClr val="FFFFFF"/>
                </a:solidFill>
                <a:latin typeface="DejaVu Serif"/>
                <a:cs typeface="DejaVu Serif"/>
              </a:rPr>
              <a:t>advancement</a:t>
            </a:r>
            <a:r>
              <a:rPr sz="700" spc="-80" dirty="0">
                <a:solidFill>
                  <a:srgbClr val="FFFFFF"/>
                </a:solidFill>
                <a:latin typeface="DejaVu Serif"/>
                <a:cs typeface="DejaVu Serif"/>
              </a:rPr>
              <a:t> </a:t>
            </a:r>
            <a:r>
              <a:rPr sz="700" spc="-30" dirty="0">
                <a:solidFill>
                  <a:srgbClr val="FFFFFF"/>
                </a:solidFill>
                <a:latin typeface="DejaVu Serif"/>
                <a:cs typeface="DejaVu Serif"/>
              </a:rPr>
              <a:t>till</a:t>
            </a:r>
            <a:r>
              <a:rPr sz="700" spc="-70" dirty="0">
                <a:solidFill>
                  <a:srgbClr val="FFFFFF"/>
                </a:solidFill>
                <a:latin typeface="DejaVu Serif"/>
                <a:cs typeface="DejaVu Serif"/>
              </a:rPr>
              <a:t> </a:t>
            </a:r>
            <a:r>
              <a:rPr sz="700" spc="-60" dirty="0">
                <a:solidFill>
                  <a:srgbClr val="FFFFFF"/>
                </a:solidFill>
                <a:latin typeface="DejaVu Serif"/>
                <a:cs typeface="DejaVu Serif"/>
              </a:rPr>
              <a:t>setting</a:t>
            </a:r>
            <a:r>
              <a:rPr sz="700" spc="-55" dirty="0">
                <a:solidFill>
                  <a:srgbClr val="FFFFFF"/>
                </a:solidFill>
                <a:latin typeface="DejaVu Serif"/>
                <a:cs typeface="DejaVu Serif"/>
              </a:rPr>
              <a:t> </a:t>
            </a:r>
            <a:r>
              <a:rPr sz="700" spc="-30" dirty="0">
                <a:solidFill>
                  <a:srgbClr val="FFFFFF"/>
                </a:solidFill>
                <a:latin typeface="DejaVu Serif"/>
                <a:cs typeface="DejaVu Serif"/>
              </a:rPr>
              <a:t>it</a:t>
            </a:r>
            <a:r>
              <a:rPr sz="700" spc="-70" dirty="0">
                <a:solidFill>
                  <a:srgbClr val="FFFFFF"/>
                </a:solidFill>
                <a:latin typeface="DejaVu Serif"/>
                <a:cs typeface="DejaVu Serif"/>
              </a:rPr>
              <a:t> </a:t>
            </a:r>
            <a:r>
              <a:rPr sz="700" spc="-55" dirty="0">
                <a:solidFill>
                  <a:srgbClr val="FFFFFF"/>
                </a:solidFill>
                <a:latin typeface="DejaVu Serif"/>
                <a:cs typeface="DejaVu Serif"/>
              </a:rPr>
              <a:t>live.</a:t>
            </a:r>
            <a:endParaRPr sz="700" dirty="0">
              <a:latin typeface="DejaVu Serif"/>
              <a:cs typeface="DejaVu Serif"/>
            </a:endParaRPr>
          </a:p>
        </p:txBody>
      </p:sp>
      <p:sp>
        <p:nvSpPr>
          <p:cNvPr id="127" name="object 127"/>
          <p:cNvSpPr/>
          <p:nvPr/>
        </p:nvSpPr>
        <p:spPr>
          <a:xfrm>
            <a:off x="1459991" y="82296"/>
            <a:ext cx="4392295" cy="329565"/>
          </a:xfrm>
          <a:custGeom>
            <a:avLst/>
            <a:gdLst/>
            <a:ahLst/>
            <a:cxnLst/>
            <a:rect l="l" t="t" r="r" b="b"/>
            <a:pathLst>
              <a:path w="4392295" h="329565">
                <a:moveTo>
                  <a:pt x="0" y="0"/>
                </a:moveTo>
                <a:lnTo>
                  <a:pt x="4392168" y="0"/>
                </a:lnTo>
                <a:lnTo>
                  <a:pt x="4392168" y="329183"/>
                </a:lnTo>
                <a:lnTo>
                  <a:pt x="0" y="329183"/>
                </a:lnTo>
                <a:lnTo>
                  <a:pt x="0" y="0"/>
                </a:lnTo>
                <a:close/>
              </a:path>
            </a:pathLst>
          </a:custGeom>
          <a:solidFill>
            <a:srgbClr val="000000"/>
          </a:solidFill>
        </p:spPr>
        <p:txBody>
          <a:bodyPr wrap="square" lIns="0" tIns="0" rIns="0" bIns="0" rtlCol="0"/>
          <a:lstStyle/>
          <a:p>
            <a:endParaRPr/>
          </a:p>
        </p:txBody>
      </p:sp>
      <p:sp>
        <p:nvSpPr>
          <p:cNvPr id="128" name="object 128"/>
          <p:cNvSpPr/>
          <p:nvPr/>
        </p:nvSpPr>
        <p:spPr>
          <a:xfrm>
            <a:off x="2933" y="82296"/>
            <a:ext cx="442595" cy="329565"/>
          </a:xfrm>
          <a:custGeom>
            <a:avLst/>
            <a:gdLst/>
            <a:ahLst/>
            <a:cxnLst/>
            <a:rect l="l" t="t" r="r" b="b"/>
            <a:pathLst>
              <a:path w="442595" h="329565">
                <a:moveTo>
                  <a:pt x="0" y="0"/>
                </a:moveTo>
                <a:lnTo>
                  <a:pt x="442076" y="0"/>
                </a:lnTo>
                <a:lnTo>
                  <a:pt x="442076" y="329183"/>
                </a:lnTo>
                <a:lnTo>
                  <a:pt x="0" y="329183"/>
                </a:lnTo>
                <a:lnTo>
                  <a:pt x="0" y="0"/>
                </a:lnTo>
                <a:close/>
              </a:path>
            </a:pathLst>
          </a:custGeom>
          <a:solidFill>
            <a:srgbClr val="000000"/>
          </a:solidFill>
        </p:spPr>
        <p:txBody>
          <a:bodyPr wrap="square" lIns="0" tIns="0" rIns="0" bIns="0" rtlCol="0"/>
          <a:lstStyle/>
          <a:p>
            <a:endParaRPr/>
          </a:p>
        </p:txBody>
      </p:sp>
      <p:sp>
        <p:nvSpPr>
          <p:cNvPr id="129" name="object 129"/>
          <p:cNvSpPr txBox="1"/>
          <p:nvPr/>
        </p:nvSpPr>
        <p:spPr>
          <a:xfrm>
            <a:off x="3647508" y="1351280"/>
            <a:ext cx="1816735" cy="958215"/>
          </a:xfrm>
          <a:prstGeom prst="rect">
            <a:avLst/>
          </a:prstGeom>
        </p:spPr>
        <p:txBody>
          <a:bodyPr vert="horz" wrap="square" lIns="0" tIns="25400" rIns="0" bIns="0" rtlCol="0">
            <a:spAutoFit/>
          </a:bodyPr>
          <a:lstStyle/>
          <a:p>
            <a:pPr marL="12700" marR="5080" algn="just">
              <a:lnSpc>
                <a:spcPts val="810"/>
              </a:lnSpc>
              <a:spcBef>
                <a:spcPts val="200"/>
              </a:spcBef>
            </a:pPr>
            <a:r>
              <a:rPr sz="750" spc="-75" dirty="0">
                <a:latin typeface="DejaVu Serif"/>
                <a:cs typeface="DejaVu Serif"/>
              </a:rPr>
              <a:t>We oﬀer </a:t>
            </a:r>
            <a:r>
              <a:rPr sz="750" spc="-90" dirty="0">
                <a:latin typeface="DejaVu Serif"/>
                <a:cs typeface="DejaVu Serif"/>
              </a:rPr>
              <a:t>a </a:t>
            </a:r>
            <a:r>
              <a:rPr sz="750" spc="-40" dirty="0">
                <a:latin typeface="DejaVu Serif"/>
                <a:cs typeface="DejaVu Serif"/>
              </a:rPr>
              <a:t>full </a:t>
            </a:r>
            <a:r>
              <a:rPr sz="750" spc="-85" dirty="0">
                <a:latin typeface="DejaVu Serif"/>
                <a:cs typeface="DejaVu Serif"/>
              </a:rPr>
              <a:t>range </a:t>
            </a:r>
            <a:r>
              <a:rPr sz="750" spc="-50" dirty="0">
                <a:latin typeface="DejaVu Serif"/>
                <a:cs typeface="DejaVu Serif"/>
              </a:rPr>
              <a:t>of </a:t>
            </a:r>
            <a:r>
              <a:rPr sz="750" spc="-65" dirty="0">
                <a:latin typeface="DejaVu Serif"/>
                <a:cs typeface="DejaVu Serif"/>
              </a:rPr>
              <a:t>custom </a:t>
            </a:r>
            <a:r>
              <a:rPr sz="750" spc="-75" dirty="0">
                <a:latin typeface="DejaVu Serif"/>
                <a:cs typeface="DejaVu Serif"/>
              </a:rPr>
              <a:t>software  </a:t>
            </a:r>
            <a:r>
              <a:rPr sz="750" spc="-65" dirty="0">
                <a:latin typeface="DejaVu Serif"/>
                <a:cs typeface="DejaVu Serif"/>
              </a:rPr>
              <a:t>development </a:t>
            </a:r>
            <a:r>
              <a:rPr sz="750" spc="-75" dirty="0">
                <a:latin typeface="DejaVu Serif"/>
                <a:cs typeface="DejaVu Serif"/>
              </a:rPr>
              <a:t>services </a:t>
            </a:r>
            <a:r>
              <a:rPr sz="750" spc="-60" dirty="0">
                <a:latin typeface="DejaVu Serif"/>
                <a:cs typeface="DejaVu Serif"/>
              </a:rPr>
              <a:t>for </a:t>
            </a:r>
            <a:r>
              <a:rPr sz="750" spc="-90" dirty="0">
                <a:latin typeface="DejaVu Serif"/>
                <a:cs typeface="DejaVu Serif"/>
              </a:rPr>
              <a:t>a </a:t>
            </a:r>
            <a:r>
              <a:rPr sz="750" spc="-65" dirty="0">
                <a:latin typeface="DejaVu Serif"/>
                <a:cs typeface="DejaVu Serif"/>
              </a:rPr>
              <a:t>wide variety </a:t>
            </a:r>
            <a:r>
              <a:rPr sz="750" spc="-50" dirty="0">
                <a:latin typeface="DejaVu Serif"/>
                <a:cs typeface="DejaVu Serif"/>
              </a:rPr>
              <a:t>of  </a:t>
            </a:r>
            <a:r>
              <a:rPr sz="750" spc="-45" dirty="0">
                <a:latin typeface="DejaVu Serif"/>
                <a:cs typeface="DejaVu Serif"/>
              </a:rPr>
              <a:t>business </a:t>
            </a:r>
            <a:r>
              <a:rPr sz="750" spc="-40" dirty="0">
                <a:latin typeface="DejaVu Serif"/>
                <a:cs typeface="DejaVu Serif"/>
              </a:rPr>
              <a:t>domains. </a:t>
            </a:r>
            <a:r>
              <a:rPr sz="750" spc="-35" dirty="0">
                <a:latin typeface="DejaVu Serif"/>
                <a:cs typeface="DejaVu Serif"/>
              </a:rPr>
              <a:t>Whether </a:t>
            </a:r>
            <a:r>
              <a:rPr sz="750" spc="-45" dirty="0">
                <a:latin typeface="DejaVu Serif"/>
                <a:cs typeface="DejaVu Serif"/>
              </a:rPr>
              <a:t>you </a:t>
            </a:r>
            <a:r>
              <a:rPr sz="750" spc="-70" dirty="0">
                <a:latin typeface="DejaVu Serif"/>
                <a:cs typeface="DejaVu Serif"/>
              </a:rPr>
              <a:t>are </a:t>
            </a:r>
            <a:r>
              <a:rPr sz="750" spc="-90" dirty="0">
                <a:latin typeface="DejaVu Serif"/>
                <a:cs typeface="DejaVu Serif"/>
              </a:rPr>
              <a:t>a  </a:t>
            </a:r>
            <a:r>
              <a:rPr sz="750" spc="-55" dirty="0">
                <a:latin typeface="DejaVu Serif"/>
                <a:cs typeface="DejaVu Serif"/>
              </a:rPr>
              <a:t>start-up </a:t>
            </a:r>
            <a:r>
              <a:rPr sz="750" spc="-60" dirty="0">
                <a:latin typeface="DejaVu Serif"/>
                <a:cs typeface="DejaVu Serif"/>
              </a:rPr>
              <a:t>or </a:t>
            </a:r>
            <a:r>
              <a:rPr sz="750" spc="-70" dirty="0">
                <a:latin typeface="DejaVu Serif"/>
                <a:cs typeface="DejaVu Serif"/>
              </a:rPr>
              <a:t>an </a:t>
            </a:r>
            <a:r>
              <a:rPr sz="750" spc="-65" dirty="0">
                <a:latin typeface="DejaVu Serif"/>
                <a:cs typeface="DejaVu Serif"/>
              </a:rPr>
              <a:t>established business, </a:t>
            </a:r>
            <a:r>
              <a:rPr sz="750" spc="-100" dirty="0">
                <a:latin typeface="DejaVu Serif"/>
                <a:cs typeface="DejaVu Serif"/>
              </a:rPr>
              <a:t>we </a:t>
            </a:r>
            <a:r>
              <a:rPr sz="750" spc="-45" dirty="0">
                <a:latin typeface="DejaVu Serif"/>
                <a:cs typeface="DejaVu Serif"/>
              </a:rPr>
              <a:t>will  </a:t>
            </a:r>
            <a:r>
              <a:rPr sz="750" spc="-75" dirty="0">
                <a:latin typeface="DejaVu Serif"/>
                <a:cs typeface="DejaVu Serif"/>
              </a:rPr>
              <a:t>be </a:t>
            </a:r>
            <a:r>
              <a:rPr sz="750" spc="-70" dirty="0">
                <a:latin typeface="DejaVu Serif"/>
                <a:cs typeface="DejaVu Serif"/>
              </a:rPr>
              <a:t>happy </a:t>
            </a:r>
            <a:r>
              <a:rPr sz="750" spc="-50" dirty="0">
                <a:latin typeface="DejaVu Serif"/>
                <a:cs typeface="DejaVu Serif"/>
              </a:rPr>
              <a:t>to </a:t>
            </a:r>
            <a:r>
              <a:rPr sz="750" spc="-70" dirty="0">
                <a:latin typeface="DejaVu Serif"/>
                <a:cs typeface="DejaVu Serif"/>
              </a:rPr>
              <a:t>assist </a:t>
            </a:r>
            <a:r>
              <a:rPr sz="750" spc="-65" dirty="0">
                <a:latin typeface="DejaVu Serif"/>
                <a:cs typeface="DejaVu Serif"/>
              </a:rPr>
              <a:t>you at </a:t>
            </a:r>
            <a:r>
              <a:rPr sz="750" spc="-75" dirty="0">
                <a:latin typeface="DejaVu Serif"/>
                <a:cs typeface="DejaVu Serif"/>
              </a:rPr>
              <a:t>every </a:t>
            </a:r>
            <a:r>
              <a:rPr sz="750" spc="-85" dirty="0">
                <a:latin typeface="DejaVu Serif"/>
                <a:cs typeface="DejaVu Serif"/>
              </a:rPr>
              <a:t>stage </a:t>
            </a:r>
            <a:r>
              <a:rPr sz="750" spc="-50" dirty="0">
                <a:latin typeface="DejaVu Serif"/>
                <a:cs typeface="DejaVu Serif"/>
              </a:rPr>
              <a:t>of </a:t>
            </a:r>
            <a:r>
              <a:rPr sz="750" spc="-60" dirty="0">
                <a:latin typeface="DejaVu Serif"/>
                <a:cs typeface="DejaVu Serif"/>
              </a:rPr>
              <a:t>the  </a:t>
            </a:r>
            <a:r>
              <a:rPr sz="750" spc="-45" dirty="0">
                <a:latin typeface="DejaVu Serif"/>
                <a:cs typeface="DejaVu Serif"/>
              </a:rPr>
              <a:t>software </a:t>
            </a:r>
            <a:r>
              <a:rPr sz="750" spc="-35" dirty="0">
                <a:latin typeface="DejaVu Serif"/>
                <a:cs typeface="DejaVu Serif"/>
              </a:rPr>
              <a:t>development </a:t>
            </a:r>
            <a:r>
              <a:rPr sz="750" spc="-30" dirty="0">
                <a:latin typeface="DejaVu Serif"/>
                <a:cs typeface="DejaVu Serif"/>
              </a:rPr>
              <a:t>life </a:t>
            </a:r>
            <a:r>
              <a:rPr sz="750" spc="-45" dirty="0">
                <a:latin typeface="DejaVu Serif"/>
                <a:cs typeface="DejaVu Serif"/>
              </a:rPr>
              <a:t>cycle: </a:t>
            </a:r>
            <a:r>
              <a:rPr sz="750" spc="-40" dirty="0">
                <a:latin typeface="DejaVu Serif"/>
                <a:cs typeface="DejaVu Serif"/>
              </a:rPr>
              <a:t>from  </a:t>
            </a:r>
            <a:r>
              <a:rPr sz="750" spc="-55" dirty="0">
                <a:latin typeface="DejaVu Serif"/>
                <a:cs typeface="DejaVu Serif"/>
              </a:rPr>
              <a:t>conceptualization, </a:t>
            </a:r>
            <a:r>
              <a:rPr sz="750" spc="-70" dirty="0">
                <a:latin typeface="DejaVu Serif"/>
                <a:cs typeface="DejaVu Serif"/>
              </a:rPr>
              <a:t>analysis </a:t>
            </a:r>
            <a:r>
              <a:rPr sz="750" spc="-65" dirty="0">
                <a:latin typeface="DejaVu Serif"/>
                <a:cs typeface="DejaVu Serif"/>
              </a:rPr>
              <a:t>and </a:t>
            </a:r>
            <a:r>
              <a:rPr sz="750" spc="-60" dirty="0">
                <a:latin typeface="DejaVu Serif"/>
                <a:cs typeface="DejaVu Serif"/>
              </a:rPr>
              <a:t>prototyping  </a:t>
            </a:r>
            <a:r>
              <a:rPr sz="750" spc="-50" dirty="0">
                <a:latin typeface="DejaVu Serif"/>
                <a:cs typeface="DejaVu Serif"/>
              </a:rPr>
              <a:t>to </a:t>
            </a:r>
            <a:r>
              <a:rPr sz="750" spc="-60" dirty="0">
                <a:latin typeface="DejaVu Serif"/>
                <a:cs typeface="DejaVu Serif"/>
              </a:rPr>
              <a:t>the </a:t>
            </a:r>
            <a:r>
              <a:rPr sz="750" spc="-65" dirty="0">
                <a:latin typeface="DejaVu Serif"/>
                <a:cs typeface="DejaVu Serif"/>
              </a:rPr>
              <a:t>development and </a:t>
            </a:r>
            <a:r>
              <a:rPr sz="750" spc="-60" dirty="0">
                <a:latin typeface="DejaVu Serif"/>
                <a:cs typeface="DejaVu Serif"/>
              </a:rPr>
              <a:t>deployment </a:t>
            </a:r>
            <a:r>
              <a:rPr sz="750" spc="-50" dirty="0">
                <a:latin typeface="DejaVu Serif"/>
                <a:cs typeface="DejaVu Serif"/>
              </a:rPr>
              <a:t>of </a:t>
            </a:r>
            <a:r>
              <a:rPr sz="750" spc="-90" dirty="0">
                <a:latin typeface="DejaVu Serif"/>
                <a:cs typeface="DejaVu Serif"/>
              </a:rPr>
              <a:t>a  </a:t>
            </a:r>
            <a:r>
              <a:rPr sz="750" spc="-65" dirty="0">
                <a:latin typeface="DejaVu Serif"/>
                <a:cs typeface="DejaVu Serif"/>
              </a:rPr>
              <a:t>complete </a:t>
            </a:r>
            <a:r>
              <a:rPr sz="750" spc="-75" dirty="0">
                <a:latin typeface="DejaVu Serif"/>
                <a:cs typeface="DejaVu Serif"/>
              </a:rPr>
              <a:t>software </a:t>
            </a:r>
            <a:r>
              <a:rPr sz="750" spc="-60" dirty="0">
                <a:latin typeface="DejaVu Serif"/>
                <a:cs typeface="DejaVu Serif"/>
              </a:rPr>
              <a:t>for </a:t>
            </a:r>
            <a:r>
              <a:rPr sz="750" spc="-65" dirty="0">
                <a:latin typeface="DejaVu Serif"/>
                <a:cs typeface="DejaVu Serif"/>
              </a:rPr>
              <a:t>your</a:t>
            </a:r>
            <a:r>
              <a:rPr sz="750" spc="-155" dirty="0">
                <a:latin typeface="DejaVu Serif"/>
                <a:cs typeface="DejaVu Serif"/>
              </a:rPr>
              <a:t> </a:t>
            </a:r>
            <a:r>
              <a:rPr sz="750" spc="-50" dirty="0">
                <a:latin typeface="DejaVu Serif"/>
                <a:cs typeface="DejaVu Serif"/>
              </a:rPr>
              <a:t>solution.</a:t>
            </a:r>
            <a:endParaRPr sz="750" dirty="0">
              <a:latin typeface="DejaVu Serif"/>
              <a:cs typeface="DejaVu Serif"/>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49403" y="2478873"/>
            <a:ext cx="789940" cy="274955"/>
          </a:xfrm>
          <a:prstGeom prst="rect">
            <a:avLst/>
          </a:prstGeom>
        </p:spPr>
        <p:txBody>
          <a:bodyPr vert="horz" wrap="square" lIns="0" tIns="12700" rIns="0" bIns="0" rtlCol="0">
            <a:spAutoFit/>
          </a:bodyPr>
          <a:lstStyle/>
          <a:p>
            <a:pPr marL="12700" marR="5080" indent="139065">
              <a:lnSpc>
                <a:spcPct val="116799"/>
              </a:lnSpc>
              <a:spcBef>
                <a:spcPts val="100"/>
              </a:spcBef>
            </a:pPr>
            <a:r>
              <a:rPr sz="700" spc="30" dirty="0">
                <a:solidFill>
                  <a:srgbClr val="FFFFFF"/>
                </a:solidFill>
                <a:latin typeface="Verdana"/>
                <a:cs typeface="Verdana"/>
              </a:rPr>
              <a:t>START </a:t>
            </a:r>
            <a:r>
              <a:rPr sz="700" spc="35" dirty="0">
                <a:solidFill>
                  <a:srgbClr val="FFFFFF"/>
                </a:solidFill>
                <a:latin typeface="Verdana"/>
                <a:cs typeface="Verdana"/>
              </a:rPr>
              <a:t>UP  </a:t>
            </a:r>
            <a:r>
              <a:rPr sz="700" spc="60" dirty="0">
                <a:solidFill>
                  <a:srgbClr val="FFFFFF"/>
                </a:solidFill>
                <a:latin typeface="Verdana"/>
                <a:cs typeface="Verdana"/>
              </a:rPr>
              <a:t>C</a:t>
            </a:r>
            <a:r>
              <a:rPr sz="700" spc="105" dirty="0">
                <a:solidFill>
                  <a:srgbClr val="FFFFFF"/>
                </a:solidFill>
                <a:latin typeface="Verdana"/>
                <a:cs typeface="Verdana"/>
              </a:rPr>
              <a:t>O</a:t>
            </a:r>
            <a:r>
              <a:rPr sz="700" spc="30" dirty="0">
                <a:solidFill>
                  <a:srgbClr val="FFFFFF"/>
                </a:solidFill>
                <a:latin typeface="Verdana"/>
                <a:cs typeface="Verdana"/>
              </a:rPr>
              <a:t>L</a:t>
            </a:r>
            <a:r>
              <a:rPr sz="700" spc="25" dirty="0">
                <a:solidFill>
                  <a:srgbClr val="FFFFFF"/>
                </a:solidFill>
                <a:latin typeface="Verdana"/>
                <a:cs typeface="Verdana"/>
              </a:rPr>
              <a:t>L</a:t>
            </a:r>
            <a:r>
              <a:rPr sz="700" spc="110" dirty="0">
                <a:solidFill>
                  <a:srgbClr val="FFFFFF"/>
                </a:solidFill>
                <a:latin typeface="Verdana"/>
                <a:cs typeface="Verdana"/>
              </a:rPr>
              <a:t>A</a:t>
            </a:r>
            <a:r>
              <a:rPr sz="700" spc="-25" dirty="0">
                <a:solidFill>
                  <a:srgbClr val="FFFFFF"/>
                </a:solidFill>
                <a:latin typeface="Verdana"/>
                <a:cs typeface="Verdana"/>
              </a:rPr>
              <a:t>B</a:t>
            </a:r>
            <a:r>
              <a:rPr sz="700" spc="-90" dirty="0">
                <a:solidFill>
                  <a:srgbClr val="FFFFFF"/>
                </a:solidFill>
                <a:latin typeface="Verdana"/>
                <a:cs typeface="Verdana"/>
              </a:rPr>
              <a:t>R</a:t>
            </a:r>
            <a:r>
              <a:rPr sz="700" spc="120" dirty="0">
                <a:solidFill>
                  <a:srgbClr val="FFFFFF"/>
                </a:solidFill>
                <a:latin typeface="Verdana"/>
                <a:cs typeface="Verdana"/>
              </a:rPr>
              <a:t>A</a:t>
            </a:r>
            <a:r>
              <a:rPr sz="700" spc="95" dirty="0">
                <a:solidFill>
                  <a:srgbClr val="FFFFFF"/>
                </a:solidFill>
                <a:latin typeface="Verdana"/>
                <a:cs typeface="Verdana"/>
              </a:rPr>
              <a:t>T</a:t>
            </a:r>
            <a:r>
              <a:rPr sz="700" spc="-165" dirty="0">
                <a:solidFill>
                  <a:srgbClr val="FFFFFF"/>
                </a:solidFill>
                <a:latin typeface="Verdana"/>
                <a:cs typeface="Verdana"/>
              </a:rPr>
              <a:t>I</a:t>
            </a:r>
            <a:r>
              <a:rPr sz="700" spc="75" dirty="0">
                <a:solidFill>
                  <a:srgbClr val="FFFFFF"/>
                </a:solidFill>
                <a:latin typeface="Verdana"/>
                <a:cs typeface="Verdana"/>
              </a:rPr>
              <a:t>ON</a:t>
            </a:r>
            <a:endParaRPr sz="700">
              <a:latin typeface="Verdana"/>
              <a:cs typeface="Verdana"/>
            </a:endParaRPr>
          </a:p>
        </p:txBody>
      </p:sp>
      <p:sp>
        <p:nvSpPr>
          <p:cNvPr id="3" name="object 3"/>
          <p:cNvSpPr/>
          <p:nvPr/>
        </p:nvSpPr>
        <p:spPr>
          <a:xfrm>
            <a:off x="3278352" y="2815527"/>
            <a:ext cx="260985" cy="188595"/>
          </a:xfrm>
          <a:custGeom>
            <a:avLst/>
            <a:gdLst/>
            <a:ahLst/>
            <a:cxnLst/>
            <a:rect l="l" t="t" r="r" b="b"/>
            <a:pathLst>
              <a:path w="260985" h="188594">
                <a:moveTo>
                  <a:pt x="260375" y="0"/>
                </a:moveTo>
                <a:lnTo>
                  <a:pt x="0" y="114274"/>
                </a:lnTo>
                <a:lnTo>
                  <a:pt x="36118" y="188009"/>
                </a:lnTo>
                <a:lnTo>
                  <a:pt x="260375" y="0"/>
                </a:lnTo>
                <a:close/>
              </a:path>
            </a:pathLst>
          </a:custGeom>
          <a:solidFill>
            <a:srgbClr val="A0A0A0"/>
          </a:solidFill>
        </p:spPr>
        <p:txBody>
          <a:bodyPr wrap="square" lIns="0" tIns="0" rIns="0" bIns="0" rtlCol="0"/>
          <a:lstStyle/>
          <a:p>
            <a:endParaRPr/>
          </a:p>
        </p:txBody>
      </p:sp>
      <p:sp>
        <p:nvSpPr>
          <p:cNvPr id="4" name="object 4"/>
          <p:cNvSpPr/>
          <p:nvPr/>
        </p:nvSpPr>
        <p:spPr>
          <a:xfrm>
            <a:off x="3314471" y="2815527"/>
            <a:ext cx="224256" cy="188009"/>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208985" y="2815527"/>
            <a:ext cx="330200" cy="114300"/>
          </a:xfrm>
          <a:custGeom>
            <a:avLst/>
            <a:gdLst/>
            <a:ahLst/>
            <a:cxnLst/>
            <a:rect l="l" t="t" r="r" b="b"/>
            <a:pathLst>
              <a:path w="330200" h="114300">
                <a:moveTo>
                  <a:pt x="329742" y="0"/>
                </a:moveTo>
                <a:lnTo>
                  <a:pt x="0" y="92271"/>
                </a:lnTo>
                <a:lnTo>
                  <a:pt x="69367" y="114274"/>
                </a:lnTo>
                <a:lnTo>
                  <a:pt x="329742" y="0"/>
                </a:lnTo>
                <a:close/>
              </a:path>
            </a:pathLst>
          </a:custGeom>
          <a:solidFill>
            <a:srgbClr val="FFFFFF"/>
          </a:solidFill>
        </p:spPr>
        <p:txBody>
          <a:bodyPr wrap="square" lIns="0" tIns="0" rIns="0" bIns="0" rtlCol="0"/>
          <a:lstStyle/>
          <a:p>
            <a:endParaRPr/>
          </a:p>
        </p:txBody>
      </p:sp>
      <p:sp>
        <p:nvSpPr>
          <p:cNvPr id="6" name="object 6"/>
          <p:cNvSpPr/>
          <p:nvPr/>
        </p:nvSpPr>
        <p:spPr>
          <a:xfrm>
            <a:off x="3142729" y="3005405"/>
            <a:ext cx="170891" cy="115039"/>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3182239" y="845807"/>
            <a:ext cx="268224" cy="274535"/>
          </a:xfrm>
          <a:prstGeom prst="rect">
            <a:avLst/>
          </a:prstGeom>
          <a:blipFill>
            <a:blip r:embed="rId4" cstate="print"/>
            <a:stretch>
              <a:fillRect/>
            </a:stretch>
          </a:blipFill>
        </p:spPr>
        <p:txBody>
          <a:bodyPr wrap="square" lIns="0" tIns="0" rIns="0" bIns="0" rtlCol="0"/>
          <a:lstStyle/>
          <a:p>
            <a:endParaRPr/>
          </a:p>
        </p:txBody>
      </p:sp>
      <p:sp>
        <p:nvSpPr>
          <p:cNvPr id="8" name="object 8"/>
          <p:cNvSpPr txBox="1"/>
          <p:nvPr/>
        </p:nvSpPr>
        <p:spPr>
          <a:xfrm>
            <a:off x="2969145" y="501167"/>
            <a:ext cx="2740025" cy="643890"/>
          </a:xfrm>
          <a:prstGeom prst="rect">
            <a:avLst/>
          </a:prstGeom>
        </p:spPr>
        <p:txBody>
          <a:bodyPr vert="horz" wrap="square" lIns="0" tIns="12700" rIns="0" bIns="0" rtlCol="0">
            <a:spAutoFit/>
          </a:bodyPr>
          <a:lstStyle/>
          <a:p>
            <a:pPr marL="12700">
              <a:lnSpc>
                <a:spcPct val="100000"/>
              </a:lnSpc>
              <a:spcBef>
                <a:spcPts val="100"/>
              </a:spcBef>
            </a:pPr>
            <a:r>
              <a:rPr sz="1050" spc="37" baseline="11904" dirty="0">
                <a:solidFill>
                  <a:srgbClr val="FFFFFF"/>
                </a:solidFill>
                <a:latin typeface="Verdana"/>
                <a:cs typeface="Verdana"/>
              </a:rPr>
              <a:t>SEARCH ENGINE </a:t>
            </a:r>
            <a:r>
              <a:rPr sz="800" spc="-80" dirty="0">
                <a:solidFill>
                  <a:srgbClr val="FFFFFF"/>
                </a:solidFill>
                <a:latin typeface="DejaVu Serif"/>
                <a:cs typeface="DejaVu Serif"/>
              </a:rPr>
              <a:t>We  oﬀer</a:t>
            </a:r>
            <a:r>
              <a:rPr sz="800" spc="90" dirty="0">
                <a:solidFill>
                  <a:srgbClr val="FFFFFF"/>
                </a:solidFill>
                <a:latin typeface="DejaVu Serif"/>
                <a:cs typeface="DejaVu Serif"/>
              </a:rPr>
              <a:t> </a:t>
            </a:r>
            <a:r>
              <a:rPr sz="800" spc="-85" dirty="0">
                <a:solidFill>
                  <a:srgbClr val="FFFFFF"/>
                </a:solidFill>
                <a:latin typeface="DejaVu Serif"/>
                <a:cs typeface="DejaVu Serif"/>
              </a:rPr>
              <a:t>search  </a:t>
            </a:r>
            <a:r>
              <a:rPr sz="800" spc="-50" dirty="0">
                <a:solidFill>
                  <a:srgbClr val="FFFFFF"/>
                </a:solidFill>
                <a:latin typeface="DejaVu Serif"/>
                <a:cs typeface="DejaVu Serif"/>
              </a:rPr>
              <a:t>optimization solution</a:t>
            </a:r>
            <a:r>
              <a:rPr sz="800" spc="30" dirty="0">
                <a:solidFill>
                  <a:srgbClr val="FFFFFF"/>
                </a:solidFill>
                <a:latin typeface="DejaVu Serif"/>
                <a:cs typeface="DejaVu Serif"/>
              </a:rPr>
              <a:t> </a:t>
            </a:r>
            <a:r>
              <a:rPr sz="800" spc="-65" dirty="0">
                <a:solidFill>
                  <a:srgbClr val="FFFFFF"/>
                </a:solidFill>
                <a:latin typeface="DejaVu Serif"/>
                <a:cs typeface="DejaVu Serif"/>
              </a:rPr>
              <a:t>for</a:t>
            </a:r>
            <a:endParaRPr sz="800" dirty="0">
              <a:latin typeface="DejaVu Serif"/>
              <a:cs typeface="DejaVu Serif"/>
            </a:endParaRPr>
          </a:p>
          <a:p>
            <a:pPr marL="57150">
              <a:lnSpc>
                <a:spcPct val="100000"/>
              </a:lnSpc>
              <a:spcBef>
                <a:spcPts val="15"/>
              </a:spcBef>
            </a:pPr>
            <a:r>
              <a:rPr sz="1050" spc="30" baseline="11904" dirty="0">
                <a:solidFill>
                  <a:srgbClr val="FFFFFF"/>
                </a:solidFill>
                <a:latin typeface="Verdana"/>
                <a:cs typeface="Verdana"/>
              </a:rPr>
              <a:t>OPTIMIZATION  </a:t>
            </a:r>
            <a:r>
              <a:rPr sz="800" spc="-70" dirty="0">
                <a:solidFill>
                  <a:srgbClr val="FFFFFF"/>
                </a:solidFill>
                <a:latin typeface="DejaVu Serif"/>
                <a:cs typeface="DejaVu Serif"/>
              </a:rPr>
              <a:t>companies </a:t>
            </a:r>
            <a:r>
              <a:rPr sz="800" spc="-55" dirty="0">
                <a:solidFill>
                  <a:srgbClr val="FFFFFF"/>
                </a:solidFill>
                <a:latin typeface="DejaVu Serif"/>
                <a:cs typeface="DejaVu Serif"/>
              </a:rPr>
              <a:t>looking to </a:t>
            </a:r>
            <a:r>
              <a:rPr sz="800" spc="-75" dirty="0">
                <a:solidFill>
                  <a:srgbClr val="FFFFFF"/>
                </a:solidFill>
                <a:latin typeface="DejaVu Serif"/>
                <a:cs typeface="DejaVu Serif"/>
              </a:rPr>
              <a:t>enhance </a:t>
            </a:r>
            <a:r>
              <a:rPr sz="800" spc="-60" dirty="0">
                <a:solidFill>
                  <a:srgbClr val="FFFFFF"/>
                </a:solidFill>
                <a:latin typeface="DejaVu Serif"/>
                <a:cs typeface="DejaVu Serif"/>
              </a:rPr>
              <a:t>their</a:t>
            </a:r>
            <a:r>
              <a:rPr sz="800" spc="-10" dirty="0">
                <a:solidFill>
                  <a:srgbClr val="FFFFFF"/>
                </a:solidFill>
                <a:latin typeface="DejaVu Serif"/>
                <a:cs typeface="DejaVu Serif"/>
              </a:rPr>
              <a:t> </a:t>
            </a:r>
            <a:r>
              <a:rPr sz="800" spc="-85" dirty="0">
                <a:solidFill>
                  <a:srgbClr val="FFFFFF"/>
                </a:solidFill>
                <a:latin typeface="DejaVu Serif"/>
                <a:cs typeface="DejaVu Serif"/>
              </a:rPr>
              <a:t>search</a:t>
            </a:r>
            <a:endParaRPr sz="800" dirty="0">
              <a:latin typeface="DejaVu Serif"/>
              <a:cs typeface="DejaVu Serif"/>
            </a:endParaRPr>
          </a:p>
          <a:p>
            <a:pPr marL="859790" marR="6985" algn="just">
              <a:lnSpc>
                <a:spcPct val="101699"/>
              </a:lnSpc>
            </a:pPr>
            <a:r>
              <a:rPr sz="800" spc="-70" dirty="0">
                <a:solidFill>
                  <a:srgbClr val="FFFFFF"/>
                </a:solidFill>
                <a:latin typeface="DejaVu Serif"/>
                <a:cs typeface="DejaVu Serif"/>
              </a:rPr>
              <a:t>engine </a:t>
            </a:r>
            <a:r>
              <a:rPr sz="800" spc="-85" dirty="0">
                <a:solidFill>
                  <a:srgbClr val="FFFFFF"/>
                </a:solidFill>
                <a:latin typeface="DejaVu Serif"/>
                <a:cs typeface="DejaVu Serif"/>
              </a:rPr>
              <a:t>presence </a:t>
            </a:r>
            <a:r>
              <a:rPr sz="800" spc="-70" dirty="0">
                <a:solidFill>
                  <a:srgbClr val="FFFFFF"/>
                </a:solidFill>
                <a:latin typeface="DejaVu Serif"/>
                <a:cs typeface="DejaVu Serif"/>
              </a:rPr>
              <a:t>along </a:t>
            </a:r>
            <a:r>
              <a:rPr sz="800" spc="-55" dirty="0">
                <a:solidFill>
                  <a:srgbClr val="FFFFFF"/>
                </a:solidFill>
                <a:latin typeface="DejaVu Serif"/>
                <a:cs typeface="DejaVu Serif"/>
              </a:rPr>
              <a:t>with </a:t>
            </a:r>
            <a:r>
              <a:rPr sz="800" spc="-60" dirty="0">
                <a:solidFill>
                  <a:srgbClr val="FFFFFF"/>
                </a:solidFill>
                <a:latin typeface="DejaVu Serif"/>
                <a:cs typeface="DejaVu Serif"/>
              </a:rPr>
              <a:t>local </a:t>
            </a:r>
            <a:r>
              <a:rPr sz="800" spc="-85" dirty="0">
                <a:solidFill>
                  <a:srgbClr val="FFFFFF"/>
                </a:solidFill>
                <a:latin typeface="DejaVu Serif"/>
                <a:cs typeface="DejaVu Serif"/>
              </a:rPr>
              <a:t>search  </a:t>
            </a:r>
            <a:r>
              <a:rPr sz="800" spc="-50" dirty="0">
                <a:solidFill>
                  <a:srgbClr val="FFFFFF"/>
                </a:solidFill>
                <a:latin typeface="DejaVu Serif"/>
                <a:cs typeface="DejaVu Serif"/>
              </a:rPr>
              <a:t>optimization, </a:t>
            </a:r>
            <a:r>
              <a:rPr sz="800" spc="-95" dirty="0">
                <a:solidFill>
                  <a:srgbClr val="FFFFFF"/>
                </a:solidFill>
                <a:latin typeface="DejaVu Serif"/>
                <a:cs typeface="DejaVu Serif"/>
              </a:rPr>
              <a:t>Search </a:t>
            </a:r>
            <a:r>
              <a:rPr sz="800" spc="-70" dirty="0">
                <a:solidFill>
                  <a:srgbClr val="FFFFFF"/>
                </a:solidFill>
                <a:latin typeface="DejaVu Serif"/>
                <a:cs typeface="DejaVu Serif"/>
              </a:rPr>
              <a:t>engine </a:t>
            </a:r>
            <a:r>
              <a:rPr sz="800" spc="-75" dirty="0">
                <a:solidFill>
                  <a:srgbClr val="FFFFFF"/>
                </a:solidFill>
                <a:latin typeface="DejaVu Serif"/>
                <a:cs typeface="DejaVu Serif"/>
              </a:rPr>
              <a:t>Marketing </a:t>
            </a:r>
            <a:r>
              <a:rPr sz="800" spc="-175" dirty="0">
                <a:solidFill>
                  <a:srgbClr val="FFFFFF"/>
                </a:solidFill>
                <a:latin typeface="DejaVu Serif"/>
                <a:cs typeface="DejaVu Serif"/>
              </a:rPr>
              <a:t>&amp;  </a:t>
            </a:r>
            <a:r>
              <a:rPr sz="800" spc="-60" dirty="0">
                <a:solidFill>
                  <a:srgbClr val="FFFFFF"/>
                </a:solidFill>
                <a:latin typeface="DejaVu Serif"/>
                <a:cs typeface="DejaVu Serif"/>
              </a:rPr>
              <a:t>App </a:t>
            </a:r>
            <a:r>
              <a:rPr sz="800" spc="-85" dirty="0">
                <a:solidFill>
                  <a:srgbClr val="FFFFFF"/>
                </a:solidFill>
                <a:latin typeface="DejaVu Serif"/>
                <a:cs typeface="DejaVu Serif"/>
              </a:rPr>
              <a:t>Store </a:t>
            </a:r>
            <a:r>
              <a:rPr sz="800" spc="-45" dirty="0">
                <a:solidFill>
                  <a:srgbClr val="FFFFFF"/>
                </a:solidFill>
                <a:latin typeface="DejaVu Serif"/>
                <a:cs typeface="DejaVu Serif"/>
              </a:rPr>
              <a:t>Optimization</a:t>
            </a:r>
            <a:r>
              <a:rPr sz="800" spc="-105" dirty="0">
                <a:solidFill>
                  <a:srgbClr val="FFFFFF"/>
                </a:solidFill>
                <a:latin typeface="DejaVu Serif"/>
                <a:cs typeface="DejaVu Serif"/>
              </a:rPr>
              <a:t> </a:t>
            </a:r>
            <a:r>
              <a:rPr sz="800" spc="-75" dirty="0">
                <a:solidFill>
                  <a:srgbClr val="FFFFFF"/>
                </a:solidFill>
                <a:latin typeface="DejaVu Serif"/>
                <a:cs typeface="DejaVu Serif"/>
              </a:rPr>
              <a:t>services.</a:t>
            </a:r>
            <a:endParaRPr sz="800" dirty="0">
              <a:latin typeface="DejaVu Serif"/>
              <a:cs typeface="DejaVu Serif"/>
            </a:endParaRPr>
          </a:p>
        </p:txBody>
      </p:sp>
      <p:sp>
        <p:nvSpPr>
          <p:cNvPr id="9" name="object 9"/>
          <p:cNvSpPr txBox="1"/>
          <p:nvPr/>
        </p:nvSpPr>
        <p:spPr>
          <a:xfrm>
            <a:off x="71280" y="1449137"/>
            <a:ext cx="600075" cy="274955"/>
          </a:xfrm>
          <a:prstGeom prst="rect">
            <a:avLst/>
          </a:prstGeom>
        </p:spPr>
        <p:txBody>
          <a:bodyPr vert="horz" wrap="square" lIns="0" tIns="12700" rIns="0" bIns="0" rtlCol="0">
            <a:spAutoFit/>
          </a:bodyPr>
          <a:lstStyle/>
          <a:p>
            <a:pPr marL="12700" marR="5080" indent="139065">
              <a:lnSpc>
                <a:spcPct val="116799"/>
              </a:lnSpc>
              <a:spcBef>
                <a:spcPts val="100"/>
              </a:spcBef>
            </a:pPr>
            <a:r>
              <a:rPr sz="700" spc="75" dirty="0">
                <a:solidFill>
                  <a:srgbClr val="FFFFFF"/>
                </a:solidFill>
                <a:latin typeface="Verdana"/>
                <a:cs typeface="Verdana"/>
              </a:rPr>
              <a:t>Email  </a:t>
            </a:r>
            <a:r>
              <a:rPr sz="700" spc="40" dirty="0">
                <a:solidFill>
                  <a:srgbClr val="FFFFFF"/>
                </a:solidFill>
                <a:latin typeface="Verdana"/>
                <a:cs typeface="Verdana"/>
              </a:rPr>
              <a:t>M</a:t>
            </a:r>
            <a:r>
              <a:rPr sz="700" spc="175" dirty="0">
                <a:solidFill>
                  <a:srgbClr val="FFFFFF"/>
                </a:solidFill>
                <a:latin typeface="Verdana"/>
                <a:cs typeface="Verdana"/>
              </a:rPr>
              <a:t>a</a:t>
            </a:r>
            <a:r>
              <a:rPr sz="700" spc="150" dirty="0">
                <a:solidFill>
                  <a:srgbClr val="FFFFFF"/>
                </a:solidFill>
                <a:latin typeface="Verdana"/>
                <a:cs typeface="Verdana"/>
              </a:rPr>
              <a:t>r</a:t>
            </a:r>
            <a:r>
              <a:rPr sz="700" spc="65" dirty="0">
                <a:solidFill>
                  <a:srgbClr val="FFFFFF"/>
                </a:solidFill>
                <a:latin typeface="Verdana"/>
                <a:cs typeface="Verdana"/>
              </a:rPr>
              <a:t>k</a:t>
            </a:r>
            <a:r>
              <a:rPr sz="700" spc="175" dirty="0">
                <a:solidFill>
                  <a:srgbClr val="FFFFFF"/>
                </a:solidFill>
                <a:latin typeface="Verdana"/>
                <a:cs typeface="Verdana"/>
              </a:rPr>
              <a:t>e</a:t>
            </a:r>
            <a:r>
              <a:rPr sz="700" spc="105" dirty="0">
                <a:solidFill>
                  <a:srgbClr val="FFFFFF"/>
                </a:solidFill>
                <a:latin typeface="Verdana"/>
                <a:cs typeface="Verdana"/>
              </a:rPr>
              <a:t>t</a:t>
            </a:r>
            <a:r>
              <a:rPr sz="700" dirty="0">
                <a:solidFill>
                  <a:srgbClr val="FFFFFF"/>
                </a:solidFill>
                <a:latin typeface="Verdana"/>
                <a:cs typeface="Verdana"/>
              </a:rPr>
              <a:t>i</a:t>
            </a:r>
            <a:r>
              <a:rPr sz="700" spc="125" dirty="0">
                <a:solidFill>
                  <a:srgbClr val="FFFFFF"/>
                </a:solidFill>
                <a:latin typeface="Verdana"/>
                <a:cs typeface="Verdana"/>
              </a:rPr>
              <a:t>n</a:t>
            </a:r>
            <a:r>
              <a:rPr sz="700" spc="150" dirty="0">
                <a:solidFill>
                  <a:srgbClr val="FFFFFF"/>
                </a:solidFill>
                <a:latin typeface="Verdana"/>
                <a:cs typeface="Verdana"/>
              </a:rPr>
              <a:t>g</a:t>
            </a:r>
            <a:endParaRPr sz="700">
              <a:latin typeface="Verdana"/>
              <a:cs typeface="Verdana"/>
            </a:endParaRPr>
          </a:p>
        </p:txBody>
      </p:sp>
      <p:sp>
        <p:nvSpPr>
          <p:cNvPr id="10" name="object 10"/>
          <p:cNvSpPr txBox="1"/>
          <p:nvPr/>
        </p:nvSpPr>
        <p:spPr>
          <a:xfrm>
            <a:off x="85613" y="620209"/>
            <a:ext cx="599440" cy="132080"/>
          </a:xfrm>
          <a:prstGeom prst="rect">
            <a:avLst/>
          </a:prstGeom>
        </p:spPr>
        <p:txBody>
          <a:bodyPr vert="horz" wrap="square" lIns="0" tIns="12700" rIns="0" bIns="0" rtlCol="0">
            <a:spAutoFit/>
          </a:bodyPr>
          <a:lstStyle/>
          <a:p>
            <a:pPr marL="12700">
              <a:lnSpc>
                <a:spcPct val="100000"/>
              </a:lnSpc>
              <a:spcBef>
                <a:spcPts val="100"/>
              </a:spcBef>
            </a:pPr>
            <a:r>
              <a:rPr sz="700" spc="40" dirty="0">
                <a:latin typeface="Verdana"/>
                <a:cs typeface="Verdana"/>
              </a:rPr>
              <a:t>M</a:t>
            </a:r>
            <a:r>
              <a:rPr sz="700" spc="110" dirty="0">
                <a:latin typeface="Verdana"/>
                <a:cs typeface="Verdana"/>
              </a:rPr>
              <a:t>A</a:t>
            </a:r>
            <a:r>
              <a:rPr sz="700" spc="150" dirty="0">
                <a:latin typeface="Verdana"/>
                <a:cs typeface="Verdana"/>
              </a:rPr>
              <a:t>r</a:t>
            </a:r>
            <a:r>
              <a:rPr sz="700" spc="65" dirty="0">
                <a:latin typeface="Verdana"/>
                <a:cs typeface="Verdana"/>
              </a:rPr>
              <a:t>k</a:t>
            </a:r>
            <a:r>
              <a:rPr sz="700" spc="175" dirty="0">
                <a:latin typeface="Verdana"/>
                <a:cs typeface="Verdana"/>
              </a:rPr>
              <a:t>e</a:t>
            </a:r>
            <a:r>
              <a:rPr sz="700" spc="105" dirty="0">
                <a:latin typeface="Verdana"/>
                <a:cs typeface="Verdana"/>
              </a:rPr>
              <a:t>t</a:t>
            </a:r>
            <a:r>
              <a:rPr sz="700" dirty="0">
                <a:latin typeface="Verdana"/>
                <a:cs typeface="Verdana"/>
              </a:rPr>
              <a:t>i</a:t>
            </a:r>
            <a:r>
              <a:rPr sz="700" spc="125" dirty="0">
                <a:latin typeface="Verdana"/>
                <a:cs typeface="Verdana"/>
              </a:rPr>
              <a:t>n</a:t>
            </a:r>
            <a:r>
              <a:rPr sz="700" spc="150" dirty="0">
                <a:latin typeface="Verdana"/>
                <a:cs typeface="Verdana"/>
              </a:rPr>
              <a:t>g</a:t>
            </a:r>
            <a:endParaRPr sz="700">
              <a:latin typeface="Verdana"/>
              <a:cs typeface="Verdana"/>
            </a:endParaRPr>
          </a:p>
        </p:txBody>
      </p:sp>
      <p:sp>
        <p:nvSpPr>
          <p:cNvPr id="11" name="object 11"/>
          <p:cNvSpPr/>
          <p:nvPr/>
        </p:nvSpPr>
        <p:spPr>
          <a:xfrm>
            <a:off x="245369" y="787913"/>
            <a:ext cx="390138" cy="390138"/>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160333" y="1938502"/>
            <a:ext cx="358140" cy="187325"/>
          </a:xfrm>
          <a:custGeom>
            <a:avLst/>
            <a:gdLst/>
            <a:ahLst/>
            <a:cxnLst/>
            <a:rect l="l" t="t" r="r" b="b"/>
            <a:pathLst>
              <a:path w="358140" h="187325">
                <a:moveTo>
                  <a:pt x="0" y="0"/>
                </a:moveTo>
                <a:lnTo>
                  <a:pt x="125" y="168555"/>
                </a:lnTo>
                <a:lnTo>
                  <a:pt x="744" y="172951"/>
                </a:lnTo>
                <a:lnTo>
                  <a:pt x="6163" y="181263"/>
                </a:lnTo>
                <a:lnTo>
                  <a:pt x="13009" y="187171"/>
                </a:lnTo>
                <a:lnTo>
                  <a:pt x="344411" y="187171"/>
                </a:lnTo>
                <a:lnTo>
                  <a:pt x="350739" y="181670"/>
                </a:lnTo>
                <a:lnTo>
                  <a:pt x="355780" y="174877"/>
                </a:lnTo>
                <a:lnTo>
                  <a:pt x="356950" y="167990"/>
                </a:lnTo>
                <a:lnTo>
                  <a:pt x="357573" y="159423"/>
                </a:lnTo>
                <a:lnTo>
                  <a:pt x="357573" y="115938"/>
                </a:lnTo>
                <a:lnTo>
                  <a:pt x="178786" y="115938"/>
                </a:lnTo>
                <a:lnTo>
                  <a:pt x="173402" y="114393"/>
                </a:lnTo>
                <a:lnTo>
                  <a:pt x="166980" y="110725"/>
                </a:lnTo>
                <a:lnTo>
                  <a:pt x="160665" y="106380"/>
                </a:lnTo>
                <a:lnTo>
                  <a:pt x="155599" y="102805"/>
                </a:lnTo>
                <a:lnTo>
                  <a:pt x="0" y="0"/>
                </a:lnTo>
                <a:close/>
              </a:path>
              <a:path w="358140" h="187325">
                <a:moveTo>
                  <a:pt x="357573" y="0"/>
                </a:moveTo>
                <a:lnTo>
                  <a:pt x="313714" y="28778"/>
                </a:lnTo>
                <a:lnTo>
                  <a:pt x="291923" y="43307"/>
                </a:lnTo>
                <a:lnTo>
                  <a:pt x="280783" y="50857"/>
                </a:lnTo>
                <a:lnTo>
                  <a:pt x="275087" y="54590"/>
                </a:lnTo>
                <a:lnTo>
                  <a:pt x="269120" y="58216"/>
                </a:lnTo>
                <a:lnTo>
                  <a:pt x="250934" y="70241"/>
                </a:lnTo>
                <a:lnTo>
                  <a:pt x="222347" y="89749"/>
                </a:lnTo>
                <a:lnTo>
                  <a:pt x="194562" y="107921"/>
                </a:lnTo>
                <a:lnTo>
                  <a:pt x="178786" y="115938"/>
                </a:lnTo>
                <a:lnTo>
                  <a:pt x="357573" y="115938"/>
                </a:lnTo>
                <a:lnTo>
                  <a:pt x="357573" y="0"/>
                </a:lnTo>
                <a:close/>
              </a:path>
            </a:pathLst>
          </a:custGeom>
          <a:solidFill>
            <a:srgbClr val="FFFFFF"/>
          </a:solidFill>
        </p:spPr>
        <p:txBody>
          <a:bodyPr wrap="square" lIns="0" tIns="0" rIns="0" bIns="0" rtlCol="0"/>
          <a:lstStyle/>
          <a:p>
            <a:endParaRPr/>
          </a:p>
        </p:txBody>
      </p:sp>
      <p:sp>
        <p:nvSpPr>
          <p:cNvPr id="13" name="object 13"/>
          <p:cNvSpPr/>
          <p:nvPr/>
        </p:nvSpPr>
        <p:spPr>
          <a:xfrm>
            <a:off x="241346" y="1804416"/>
            <a:ext cx="195545" cy="226279"/>
          </a:xfrm>
          <a:prstGeom prst="rect">
            <a:avLst/>
          </a:prstGeom>
          <a:blipFill>
            <a:blip r:embed="rId6" cstate="print"/>
            <a:stretch>
              <a:fillRect/>
            </a:stretch>
          </a:blipFill>
        </p:spPr>
        <p:txBody>
          <a:bodyPr wrap="square" lIns="0" tIns="0" rIns="0" bIns="0" rtlCol="0"/>
          <a:lstStyle/>
          <a:p>
            <a:endParaRPr/>
          </a:p>
        </p:txBody>
      </p:sp>
      <p:sp>
        <p:nvSpPr>
          <p:cNvPr id="14" name="object 14"/>
          <p:cNvSpPr txBox="1"/>
          <p:nvPr/>
        </p:nvSpPr>
        <p:spPr>
          <a:xfrm>
            <a:off x="25722" y="536219"/>
            <a:ext cx="2846705" cy="147320"/>
          </a:xfrm>
          <a:prstGeom prst="rect">
            <a:avLst/>
          </a:prstGeom>
        </p:spPr>
        <p:txBody>
          <a:bodyPr vert="horz" wrap="square" lIns="0" tIns="12700" rIns="0" bIns="0" rtlCol="0">
            <a:spAutoFit/>
          </a:bodyPr>
          <a:lstStyle/>
          <a:p>
            <a:pPr marL="12700">
              <a:lnSpc>
                <a:spcPct val="100000"/>
              </a:lnSpc>
              <a:spcBef>
                <a:spcPts val="100"/>
              </a:spcBef>
            </a:pPr>
            <a:r>
              <a:rPr sz="1050" spc="187" baseline="31746" dirty="0">
                <a:latin typeface="Verdana"/>
                <a:cs typeface="Verdana"/>
              </a:rPr>
              <a:t>Social </a:t>
            </a:r>
            <a:r>
              <a:rPr sz="1050" spc="112" baseline="31746" dirty="0">
                <a:latin typeface="Verdana"/>
                <a:cs typeface="Verdana"/>
              </a:rPr>
              <a:t>Media </a:t>
            </a:r>
            <a:r>
              <a:rPr sz="800" spc="-80" dirty="0">
                <a:latin typeface="DejaVu Serif"/>
                <a:cs typeface="DejaVu Serif"/>
              </a:rPr>
              <a:t>We </a:t>
            </a:r>
            <a:r>
              <a:rPr sz="800" spc="-85" dirty="0">
                <a:latin typeface="DejaVu Serif"/>
                <a:cs typeface="DejaVu Serif"/>
              </a:rPr>
              <a:t>make</a:t>
            </a:r>
            <a:r>
              <a:rPr sz="800" spc="80" dirty="0">
                <a:latin typeface="DejaVu Serif"/>
                <a:cs typeface="DejaVu Serif"/>
              </a:rPr>
              <a:t> </a:t>
            </a:r>
            <a:r>
              <a:rPr sz="800" spc="-70" dirty="0">
                <a:latin typeface="DejaVu Serif"/>
                <a:cs typeface="DejaVu Serif"/>
              </a:rPr>
              <a:t>your business </a:t>
            </a:r>
            <a:r>
              <a:rPr sz="800" spc="-80" dirty="0">
                <a:latin typeface="DejaVu Serif"/>
                <a:cs typeface="DejaVu Serif"/>
              </a:rPr>
              <a:t>accessible </a:t>
            </a:r>
            <a:r>
              <a:rPr sz="800" spc="-70" dirty="0">
                <a:latin typeface="DejaVu Serif"/>
                <a:cs typeface="DejaVu Serif"/>
              </a:rPr>
              <a:t>at </a:t>
            </a:r>
            <a:r>
              <a:rPr sz="800" spc="-55" dirty="0">
                <a:latin typeface="DejaVu Serif"/>
                <a:cs typeface="DejaVu Serif"/>
              </a:rPr>
              <a:t>all</a:t>
            </a:r>
            <a:r>
              <a:rPr sz="800" spc="-70" dirty="0">
                <a:latin typeface="DejaVu Serif"/>
                <a:cs typeface="DejaVu Serif"/>
              </a:rPr>
              <a:t> </a:t>
            </a:r>
            <a:r>
              <a:rPr sz="800" spc="-65" dirty="0">
                <a:latin typeface="DejaVu Serif"/>
                <a:cs typeface="DejaVu Serif"/>
              </a:rPr>
              <a:t>the</a:t>
            </a:r>
            <a:endParaRPr sz="800" dirty="0">
              <a:latin typeface="DejaVu Serif"/>
              <a:cs typeface="DejaVu Serif"/>
            </a:endParaRPr>
          </a:p>
        </p:txBody>
      </p:sp>
      <p:sp>
        <p:nvSpPr>
          <p:cNvPr id="15" name="object 15"/>
          <p:cNvSpPr txBox="1"/>
          <p:nvPr/>
        </p:nvSpPr>
        <p:spPr>
          <a:xfrm>
            <a:off x="764745" y="642509"/>
            <a:ext cx="2105025" cy="466725"/>
          </a:xfrm>
          <a:prstGeom prst="rect">
            <a:avLst/>
          </a:prstGeom>
        </p:spPr>
        <p:txBody>
          <a:bodyPr vert="horz" wrap="square" lIns="0" tIns="28575" rIns="0" bIns="0" rtlCol="0">
            <a:spAutoFit/>
          </a:bodyPr>
          <a:lstStyle/>
          <a:p>
            <a:pPr marL="12700" marR="5080" algn="just">
              <a:lnSpc>
                <a:spcPts val="840"/>
              </a:lnSpc>
              <a:spcBef>
                <a:spcPts val="225"/>
              </a:spcBef>
            </a:pPr>
            <a:r>
              <a:rPr sz="800" spc="-65" dirty="0">
                <a:latin typeface="DejaVu Serif"/>
                <a:cs typeface="DejaVu Serif"/>
              </a:rPr>
              <a:t>medium </a:t>
            </a:r>
            <a:r>
              <a:rPr sz="800" spc="-50" dirty="0">
                <a:latin typeface="DejaVu Serif"/>
                <a:cs typeface="DejaVu Serif"/>
              </a:rPr>
              <a:t>of </a:t>
            </a:r>
            <a:r>
              <a:rPr sz="800" spc="-65" dirty="0">
                <a:latin typeface="DejaVu Serif"/>
                <a:cs typeface="DejaVu Serif"/>
              </a:rPr>
              <a:t>social </a:t>
            </a:r>
            <a:r>
              <a:rPr sz="800" spc="-70" dirty="0">
                <a:latin typeface="DejaVu Serif"/>
                <a:cs typeface="DejaVu Serif"/>
              </a:rPr>
              <a:t>media marketing, </a:t>
            </a:r>
            <a:r>
              <a:rPr sz="800" spc="-75" dirty="0">
                <a:latin typeface="DejaVu Serif"/>
                <a:cs typeface="DejaVu Serif"/>
              </a:rPr>
              <a:t>aﬃliated  </a:t>
            </a:r>
            <a:r>
              <a:rPr sz="800" spc="-65" dirty="0">
                <a:latin typeface="DejaVu Serif"/>
                <a:cs typeface="DejaVu Serif"/>
              </a:rPr>
              <a:t>promoting </a:t>
            </a:r>
            <a:r>
              <a:rPr sz="800" spc="-50" dirty="0">
                <a:latin typeface="DejaVu Serif"/>
                <a:cs typeface="DejaVu Serif"/>
              </a:rPr>
              <a:t>. </a:t>
            </a:r>
            <a:r>
              <a:rPr sz="800" spc="-55" dirty="0">
                <a:latin typeface="DejaVu Serif"/>
                <a:cs typeface="DejaVu Serif"/>
              </a:rPr>
              <a:t>It </a:t>
            </a:r>
            <a:r>
              <a:rPr sz="800" spc="-85" dirty="0">
                <a:latin typeface="DejaVu Serif"/>
                <a:cs typeface="DejaVu Serif"/>
              </a:rPr>
              <a:t>gives </a:t>
            </a:r>
            <a:r>
              <a:rPr sz="800" spc="-70" dirty="0">
                <a:latin typeface="DejaVu Serif"/>
                <a:cs typeface="DejaVu Serif"/>
              </a:rPr>
              <a:t>you </a:t>
            </a:r>
            <a:r>
              <a:rPr sz="800" spc="-55" dirty="0">
                <a:latin typeface="DejaVu Serif"/>
                <a:cs typeface="DejaVu Serif"/>
              </a:rPr>
              <a:t>facility </a:t>
            </a:r>
            <a:r>
              <a:rPr sz="800" spc="-50" dirty="0">
                <a:latin typeface="DejaVu Serif"/>
                <a:cs typeface="DejaVu Serif"/>
              </a:rPr>
              <a:t>of </a:t>
            </a:r>
            <a:r>
              <a:rPr sz="800" spc="-85" dirty="0">
                <a:latin typeface="DejaVu Serif"/>
                <a:cs typeface="DejaVu Serif"/>
              </a:rPr>
              <a:t>easy</a:t>
            </a:r>
            <a:r>
              <a:rPr sz="800" spc="-145" dirty="0">
                <a:latin typeface="DejaVu Serif"/>
                <a:cs typeface="DejaVu Serif"/>
              </a:rPr>
              <a:t> </a:t>
            </a:r>
            <a:r>
              <a:rPr sz="800" spc="-70" dirty="0">
                <a:latin typeface="DejaVu Serif"/>
                <a:cs typeface="DejaVu Serif"/>
              </a:rPr>
              <a:t>tracking,  </a:t>
            </a:r>
            <a:r>
              <a:rPr sz="800" spc="-65" dirty="0">
                <a:latin typeface="DejaVu Serif"/>
                <a:cs typeface="DejaVu Serif"/>
              </a:rPr>
              <a:t>testing </a:t>
            </a:r>
            <a:r>
              <a:rPr sz="800" spc="-70" dirty="0">
                <a:latin typeface="DejaVu Serif"/>
                <a:cs typeface="DejaVu Serif"/>
              </a:rPr>
              <a:t>and </a:t>
            </a:r>
            <a:r>
              <a:rPr sz="800" spc="-75" dirty="0">
                <a:latin typeface="DejaVu Serif"/>
                <a:cs typeface="DejaVu Serif"/>
              </a:rPr>
              <a:t>measuring </a:t>
            </a:r>
            <a:r>
              <a:rPr sz="800" spc="-70" dirty="0">
                <a:latin typeface="DejaVu Serif"/>
                <a:cs typeface="DejaVu Serif"/>
              </a:rPr>
              <a:t>your </a:t>
            </a:r>
            <a:r>
              <a:rPr sz="800" spc="-75" dirty="0">
                <a:latin typeface="DejaVu Serif"/>
                <a:cs typeface="DejaVu Serif"/>
              </a:rPr>
              <a:t>deals </a:t>
            </a:r>
            <a:r>
              <a:rPr sz="800" spc="-70" dirty="0">
                <a:latin typeface="DejaVu Serif"/>
                <a:cs typeface="DejaVu Serif"/>
              </a:rPr>
              <a:t>and </a:t>
            </a:r>
            <a:r>
              <a:rPr sz="800" spc="-80" dirty="0">
                <a:latin typeface="DejaVu Serif"/>
                <a:cs typeface="DejaVu Serif"/>
              </a:rPr>
              <a:t>sales </a:t>
            </a:r>
            <a:r>
              <a:rPr sz="800" spc="-70" dirty="0">
                <a:latin typeface="DejaVu Serif"/>
                <a:cs typeface="DejaVu Serif"/>
              </a:rPr>
              <a:t>and  </a:t>
            </a:r>
            <a:r>
              <a:rPr sz="800" spc="-80" dirty="0">
                <a:latin typeface="DejaVu Serif"/>
                <a:cs typeface="DejaVu Serif"/>
              </a:rPr>
              <a:t>generating </a:t>
            </a:r>
            <a:r>
              <a:rPr sz="800" spc="-75" dirty="0">
                <a:latin typeface="DejaVu Serif"/>
                <a:cs typeface="DejaVu Serif"/>
              </a:rPr>
              <a:t>leads </a:t>
            </a:r>
            <a:r>
              <a:rPr sz="800" spc="-70" dirty="0">
                <a:latin typeface="DejaVu Serif"/>
                <a:cs typeface="DejaVu Serif"/>
              </a:rPr>
              <a:t>through </a:t>
            </a:r>
            <a:r>
              <a:rPr sz="800" spc="-65" dirty="0">
                <a:latin typeface="DejaVu Serif"/>
                <a:cs typeface="DejaVu Serif"/>
              </a:rPr>
              <a:t>social</a:t>
            </a:r>
            <a:r>
              <a:rPr sz="800" spc="-50" dirty="0">
                <a:latin typeface="DejaVu Serif"/>
                <a:cs typeface="DejaVu Serif"/>
              </a:rPr>
              <a:t> </a:t>
            </a:r>
            <a:r>
              <a:rPr sz="800" spc="-65" dirty="0">
                <a:latin typeface="DejaVu Serif"/>
                <a:cs typeface="DejaVu Serif"/>
              </a:rPr>
              <a:t>media.</a:t>
            </a:r>
            <a:endParaRPr sz="800" dirty="0">
              <a:latin typeface="DejaVu Serif"/>
              <a:cs typeface="DejaVu Serif"/>
            </a:endParaRPr>
          </a:p>
        </p:txBody>
      </p:sp>
      <p:sp>
        <p:nvSpPr>
          <p:cNvPr id="16" name="object 16"/>
          <p:cNvSpPr txBox="1"/>
          <p:nvPr/>
        </p:nvSpPr>
        <p:spPr>
          <a:xfrm>
            <a:off x="763294" y="1431683"/>
            <a:ext cx="2054860" cy="767715"/>
          </a:xfrm>
          <a:prstGeom prst="rect">
            <a:avLst/>
          </a:prstGeom>
        </p:spPr>
        <p:txBody>
          <a:bodyPr vert="horz" wrap="square" lIns="0" tIns="10160" rIns="0" bIns="0" rtlCol="0">
            <a:spAutoFit/>
          </a:bodyPr>
          <a:lstStyle/>
          <a:p>
            <a:pPr marL="12700" marR="5080" algn="just">
              <a:lnSpc>
                <a:spcPct val="101699"/>
              </a:lnSpc>
              <a:spcBef>
                <a:spcPts val="80"/>
              </a:spcBef>
            </a:pPr>
            <a:r>
              <a:rPr sz="800" spc="-60" dirty="0">
                <a:solidFill>
                  <a:srgbClr val="FFFFFF"/>
                </a:solidFill>
                <a:latin typeface="DejaVu Serif"/>
                <a:cs typeface="DejaVu Serif"/>
              </a:rPr>
              <a:t>Good </a:t>
            </a:r>
            <a:r>
              <a:rPr sz="800" spc="-65" dirty="0">
                <a:solidFill>
                  <a:srgbClr val="FFFFFF"/>
                </a:solidFill>
                <a:latin typeface="DejaVu Serif"/>
                <a:cs typeface="DejaVu Serif"/>
              </a:rPr>
              <a:t>email </a:t>
            </a:r>
            <a:r>
              <a:rPr sz="800" spc="-75" dirty="0">
                <a:solidFill>
                  <a:srgbClr val="FFFFFF"/>
                </a:solidFill>
                <a:latin typeface="DejaVu Serif"/>
                <a:cs typeface="DejaVu Serif"/>
              </a:rPr>
              <a:t>marketing </a:t>
            </a:r>
            <a:r>
              <a:rPr sz="800" spc="-60" dirty="0">
                <a:solidFill>
                  <a:srgbClr val="FFFFFF"/>
                </a:solidFill>
                <a:latin typeface="DejaVu Serif"/>
                <a:cs typeface="DejaVu Serif"/>
              </a:rPr>
              <a:t>is </a:t>
            </a:r>
            <a:r>
              <a:rPr sz="800" spc="-65" dirty="0">
                <a:solidFill>
                  <a:srgbClr val="FFFFFF"/>
                </a:solidFill>
                <a:latin typeface="DejaVu Serif"/>
                <a:cs typeface="DejaVu Serif"/>
              </a:rPr>
              <a:t>about </a:t>
            </a:r>
            <a:r>
              <a:rPr sz="800" spc="-75" dirty="0">
                <a:solidFill>
                  <a:srgbClr val="FFFFFF"/>
                </a:solidFill>
                <a:latin typeface="DejaVu Serif"/>
                <a:cs typeface="DejaVu Serif"/>
              </a:rPr>
              <a:t>keeping </a:t>
            </a:r>
            <a:r>
              <a:rPr sz="800" spc="-70" dirty="0">
                <a:solidFill>
                  <a:srgbClr val="FFFFFF"/>
                </a:solidFill>
                <a:latin typeface="DejaVu Serif"/>
                <a:cs typeface="DejaVu Serif"/>
              </a:rPr>
              <a:t>your  </a:t>
            </a:r>
            <a:r>
              <a:rPr sz="800" spc="-55" dirty="0">
                <a:solidFill>
                  <a:srgbClr val="FFFFFF"/>
                </a:solidFill>
                <a:latin typeface="DejaVu Serif"/>
                <a:cs typeface="DejaVu Serif"/>
              </a:rPr>
              <a:t>audience </a:t>
            </a:r>
            <a:r>
              <a:rPr sz="800" spc="-75" dirty="0">
                <a:solidFill>
                  <a:srgbClr val="FFFFFF"/>
                </a:solidFill>
                <a:latin typeface="DejaVu Serif"/>
                <a:cs typeface="DejaVu Serif"/>
              </a:rPr>
              <a:t>engaged </a:t>
            </a:r>
            <a:r>
              <a:rPr sz="800" spc="-40" dirty="0">
                <a:solidFill>
                  <a:srgbClr val="FFFFFF"/>
                </a:solidFill>
                <a:latin typeface="DejaVu Serif"/>
                <a:cs typeface="DejaVu Serif"/>
              </a:rPr>
              <a:t>with </a:t>
            </a:r>
            <a:r>
              <a:rPr sz="800" spc="-55" dirty="0">
                <a:solidFill>
                  <a:srgbClr val="FFFFFF"/>
                </a:solidFill>
                <a:latin typeface="DejaVu Serif"/>
                <a:cs typeface="DejaVu Serif"/>
              </a:rPr>
              <a:t>your </a:t>
            </a:r>
            <a:r>
              <a:rPr sz="800" spc="-35" dirty="0">
                <a:solidFill>
                  <a:srgbClr val="FFFFFF"/>
                </a:solidFill>
                <a:latin typeface="DejaVu Serif"/>
                <a:cs typeface="DejaVu Serif"/>
              </a:rPr>
              <a:t>online </a:t>
            </a:r>
            <a:r>
              <a:rPr sz="800" spc="-55" dirty="0">
                <a:solidFill>
                  <a:srgbClr val="FFFFFF"/>
                </a:solidFill>
                <a:latin typeface="DejaVu Serif"/>
                <a:cs typeface="DejaVu Serif"/>
              </a:rPr>
              <a:t>stuﬀ.  </a:t>
            </a:r>
            <a:r>
              <a:rPr sz="800" spc="-70" dirty="0">
                <a:solidFill>
                  <a:srgbClr val="FFFFFF"/>
                </a:solidFill>
                <a:latin typeface="DejaVu Serif"/>
                <a:cs typeface="DejaVu Serif"/>
              </a:rPr>
              <a:t>Transactional emails, </a:t>
            </a:r>
            <a:r>
              <a:rPr sz="800" spc="-65" dirty="0">
                <a:solidFill>
                  <a:srgbClr val="FFFFFF"/>
                </a:solidFill>
                <a:latin typeface="DejaVu Serif"/>
                <a:cs typeface="DejaVu Serif"/>
              </a:rPr>
              <a:t>direct </a:t>
            </a:r>
            <a:r>
              <a:rPr sz="800" spc="-70" dirty="0">
                <a:solidFill>
                  <a:srgbClr val="FFFFFF"/>
                </a:solidFill>
                <a:latin typeface="DejaVu Serif"/>
                <a:cs typeface="DejaVu Serif"/>
              </a:rPr>
              <a:t>marketing, </a:t>
            </a:r>
            <a:r>
              <a:rPr sz="800" spc="-35" dirty="0">
                <a:solidFill>
                  <a:srgbClr val="FFFFFF"/>
                </a:solidFill>
                <a:latin typeface="DejaVu Serif"/>
                <a:cs typeface="DejaVu Serif"/>
              </a:rPr>
              <a:t>Opt-in  </a:t>
            </a:r>
            <a:r>
              <a:rPr sz="800" spc="-75" dirty="0">
                <a:solidFill>
                  <a:srgbClr val="FFFFFF"/>
                </a:solidFill>
                <a:latin typeface="DejaVu Serif"/>
                <a:cs typeface="DejaVu Serif"/>
              </a:rPr>
              <a:t>Marketing, </a:t>
            </a:r>
            <a:r>
              <a:rPr sz="800" spc="-70" dirty="0">
                <a:solidFill>
                  <a:srgbClr val="FFFFFF"/>
                </a:solidFill>
                <a:latin typeface="DejaVu Serif"/>
                <a:cs typeface="DejaVu Serif"/>
              </a:rPr>
              <a:t>Advertisement emails, </a:t>
            </a:r>
            <a:r>
              <a:rPr sz="800" spc="-75" dirty="0">
                <a:solidFill>
                  <a:srgbClr val="FFFFFF"/>
                </a:solidFill>
                <a:latin typeface="DejaVu Serif"/>
                <a:cs typeface="DejaVu Serif"/>
              </a:rPr>
              <a:t>etc </a:t>
            </a:r>
            <a:r>
              <a:rPr sz="800" spc="-95" dirty="0">
                <a:solidFill>
                  <a:srgbClr val="FFFFFF"/>
                </a:solidFill>
                <a:latin typeface="DejaVu Serif"/>
                <a:cs typeface="DejaVu Serif"/>
              </a:rPr>
              <a:t>are </a:t>
            </a:r>
            <a:r>
              <a:rPr sz="800" spc="-85" dirty="0">
                <a:solidFill>
                  <a:srgbClr val="FFFFFF"/>
                </a:solidFill>
                <a:latin typeface="DejaVu Serif"/>
                <a:cs typeface="DejaVu Serif"/>
              </a:rPr>
              <a:t>few  </a:t>
            </a:r>
            <a:r>
              <a:rPr sz="800" spc="-70" dirty="0">
                <a:solidFill>
                  <a:srgbClr val="FFFFFF"/>
                </a:solidFill>
                <a:latin typeface="DejaVu Serif"/>
                <a:cs typeface="DejaVu Serif"/>
              </a:rPr>
              <a:t>types </a:t>
            </a:r>
            <a:r>
              <a:rPr sz="800" spc="-50" dirty="0">
                <a:solidFill>
                  <a:srgbClr val="FFFFFF"/>
                </a:solidFill>
                <a:latin typeface="DejaVu Serif"/>
                <a:cs typeface="DejaVu Serif"/>
              </a:rPr>
              <a:t>of </a:t>
            </a:r>
            <a:r>
              <a:rPr sz="800" spc="-70" dirty="0">
                <a:solidFill>
                  <a:srgbClr val="FFFFFF"/>
                </a:solidFill>
                <a:latin typeface="DejaVu Serif"/>
                <a:cs typeface="DejaVu Serif"/>
              </a:rPr>
              <a:t>Email </a:t>
            </a:r>
            <a:r>
              <a:rPr sz="800" spc="-75" dirty="0">
                <a:solidFill>
                  <a:srgbClr val="FFFFFF"/>
                </a:solidFill>
                <a:latin typeface="DejaVu Serif"/>
                <a:cs typeface="DejaVu Serif"/>
              </a:rPr>
              <a:t>Marketing </a:t>
            </a:r>
            <a:r>
              <a:rPr sz="800" spc="-85" dirty="0">
                <a:solidFill>
                  <a:srgbClr val="FFFFFF"/>
                </a:solidFill>
                <a:latin typeface="DejaVu Serif"/>
                <a:cs typeface="DejaVu Serif"/>
              </a:rPr>
              <a:t>Strategies </a:t>
            </a:r>
            <a:r>
              <a:rPr sz="800" spc="-60" dirty="0">
                <a:solidFill>
                  <a:srgbClr val="FFFFFF"/>
                </a:solidFill>
                <a:latin typeface="DejaVu Serif"/>
                <a:cs typeface="DejaVu Serif"/>
              </a:rPr>
              <a:t>that </a:t>
            </a:r>
            <a:r>
              <a:rPr sz="800" spc="-105" dirty="0">
                <a:solidFill>
                  <a:srgbClr val="FFFFFF"/>
                </a:solidFill>
                <a:latin typeface="DejaVu Serif"/>
                <a:cs typeface="DejaVu Serif"/>
              </a:rPr>
              <a:t>we </a:t>
            </a:r>
            <a:r>
              <a:rPr sz="800" spc="-55" dirty="0">
                <a:solidFill>
                  <a:srgbClr val="FFFFFF"/>
                </a:solidFill>
                <a:latin typeface="DejaVu Serif"/>
                <a:cs typeface="DejaVu Serif"/>
              </a:rPr>
              <a:t>do  to </a:t>
            </a:r>
            <a:r>
              <a:rPr sz="800" spc="-85" dirty="0">
                <a:solidFill>
                  <a:srgbClr val="FFFFFF"/>
                </a:solidFill>
                <a:latin typeface="DejaVu Serif"/>
                <a:cs typeface="DejaVu Serif"/>
              </a:rPr>
              <a:t>make </a:t>
            </a:r>
            <a:r>
              <a:rPr sz="800" spc="-35" dirty="0">
                <a:solidFill>
                  <a:srgbClr val="FFFFFF"/>
                </a:solidFill>
                <a:latin typeface="DejaVu Serif"/>
                <a:cs typeface="DejaVu Serif"/>
              </a:rPr>
              <a:t>it </a:t>
            </a:r>
            <a:r>
              <a:rPr sz="800" spc="-95" dirty="0">
                <a:solidFill>
                  <a:srgbClr val="FFFFFF"/>
                </a:solidFill>
                <a:latin typeface="DejaVu Serif"/>
                <a:cs typeface="DejaVu Serif"/>
              </a:rPr>
              <a:t>a </a:t>
            </a:r>
            <a:r>
              <a:rPr sz="800" spc="-75" dirty="0">
                <a:solidFill>
                  <a:srgbClr val="FFFFFF"/>
                </a:solidFill>
                <a:latin typeface="DejaVu Serif"/>
                <a:cs typeface="DejaVu Serif"/>
              </a:rPr>
              <a:t>successful </a:t>
            </a:r>
            <a:r>
              <a:rPr sz="800" spc="-70" dirty="0">
                <a:solidFill>
                  <a:srgbClr val="FFFFFF"/>
                </a:solidFill>
                <a:latin typeface="DejaVu Serif"/>
                <a:cs typeface="DejaVu Serif"/>
              </a:rPr>
              <a:t>Email</a:t>
            </a:r>
            <a:r>
              <a:rPr sz="800" spc="-120" dirty="0">
                <a:solidFill>
                  <a:srgbClr val="FFFFFF"/>
                </a:solidFill>
                <a:latin typeface="DejaVu Serif"/>
                <a:cs typeface="DejaVu Serif"/>
              </a:rPr>
              <a:t> </a:t>
            </a:r>
            <a:r>
              <a:rPr sz="800" spc="-75" dirty="0">
                <a:solidFill>
                  <a:srgbClr val="FFFFFF"/>
                </a:solidFill>
                <a:latin typeface="DejaVu Serif"/>
                <a:cs typeface="DejaVu Serif"/>
              </a:rPr>
              <a:t>Marketing.</a:t>
            </a:r>
            <a:endParaRPr sz="800" dirty="0">
              <a:latin typeface="DejaVu Serif"/>
              <a:cs typeface="DejaVu Serif"/>
            </a:endParaRPr>
          </a:p>
        </p:txBody>
      </p:sp>
      <p:sp>
        <p:nvSpPr>
          <p:cNvPr id="17" name="object 17"/>
          <p:cNvSpPr txBox="1"/>
          <p:nvPr/>
        </p:nvSpPr>
        <p:spPr>
          <a:xfrm>
            <a:off x="3812838" y="2433826"/>
            <a:ext cx="1985645" cy="643890"/>
          </a:xfrm>
          <a:prstGeom prst="rect">
            <a:avLst/>
          </a:prstGeom>
        </p:spPr>
        <p:txBody>
          <a:bodyPr vert="horz" wrap="square" lIns="0" tIns="10160" rIns="0" bIns="0" rtlCol="0">
            <a:spAutoFit/>
          </a:bodyPr>
          <a:lstStyle/>
          <a:p>
            <a:pPr marL="12700" marR="5080">
              <a:lnSpc>
                <a:spcPct val="101699"/>
              </a:lnSpc>
              <a:spcBef>
                <a:spcPts val="80"/>
              </a:spcBef>
            </a:pPr>
            <a:r>
              <a:rPr sz="800" spc="-65" dirty="0">
                <a:solidFill>
                  <a:srgbClr val="FFFFFF"/>
                </a:solidFill>
                <a:latin typeface="DejaVu Serif"/>
                <a:cs typeface="DejaVu Serif"/>
              </a:rPr>
              <a:t>The </a:t>
            </a:r>
            <a:r>
              <a:rPr sz="800" spc="-70" dirty="0">
                <a:solidFill>
                  <a:srgbClr val="FFFFFF"/>
                </a:solidFill>
                <a:latin typeface="DejaVu Serif"/>
                <a:cs typeface="DejaVu Serif"/>
              </a:rPr>
              <a:t>idea </a:t>
            </a:r>
            <a:r>
              <a:rPr sz="800" spc="-60" dirty="0">
                <a:solidFill>
                  <a:srgbClr val="FFFFFF"/>
                </a:solidFill>
                <a:latin typeface="DejaVu Serif"/>
                <a:cs typeface="DejaVu Serif"/>
              </a:rPr>
              <a:t>that </a:t>
            </a:r>
            <a:r>
              <a:rPr sz="800" spc="-65" dirty="0">
                <a:solidFill>
                  <a:srgbClr val="FFFFFF"/>
                </a:solidFill>
                <a:latin typeface="DejaVu Serif"/>
                <a:cs typeface="DejaVu Serif"/>
              </a:rPr>
              <a:t>corporations </a:t>
            </a:r>
            <a:r>
              <a:rPr sz="800" spc="-70" dirty="0">
                <a:solidFill>
                  <a:srgbClr val="FFFFFF"/>
                </a:solidFill>
                <a:latin typeface="DejaVu Serif"/>
                <a:cs typeface="DejaVu Serif"/>
              </a:rPr>
              <a:t>and startups</a:t>
            </a:r>
            <a:r>
              <a:rPr sz="800" spc="-185" dirty="0">
                <a:solidFill>
                  <a:srgbClr val="FFFFFF"/>
                </a:solidFill>
                <a:latin typeface="DejaVu Serif"/>
                <a:cs typeface="DejaVu Serif"/>
              </a:rPr>
              <a:t> </a:t>
            </a:r>
            <a:r>
              <a:rPr sz="800" spc="-85" dirty="0">
                <a:solidFill>
                  <a:srgbClr val="FFFFFF"/>
                </a:solidFill>
                <a:latin typeface="DejaVu Serif"/>
                <a:cs typeface="DejaVu Serif"/>
              </a:rPr>
              <a:t>excel  </a:t>
            </a:r>
            <a:r>
              <a:rPr sz="800" spc="-75" dirty="0">
                <a:solidFill>
                  <a:srgbClr val="FFFFFF"/>
                </a:solidFill>
                <a:latin typeface="DejaVu Serif"/>
                <a:cs typeface="DejaVu Serif"/>
              </a:rPr>
              <a:t>better together isn’t </a:t>
            </a:r>
            <a:r>
              <a:rPr sz="800" spc="-95" dirty="0">
                <a:solidFill>
                  <a:srgbClr val="FFFFFF"/>
                </a:solidFill>
                <a:latin typeface="DejaVu Serif"/>
                <a:cs typeface="DejaVu Serif"/>
              </a:rPr>
              <a:t>new. </a:t>
            </a:r>
            <a:r>
              <a:rPr sz="800" spc="-80" dirty="0">
                <a:solidFill>
                  <a:srgbClr val="FFFFFF"/>
                </a:solidFill>
                <a:latin typeface="DejaVu Serif"/>
                <a:cs typeface="DejaVu Serif"/>
              </a:rPr>
              <a:t>We </a:t>
            </a:r>
            <a:r>
              <a:rPr sz="800" spc="-55" dirty="0">
                <a:solidFill>
                  <a:srgbClr val="FFFFFF"/>
                </a:solidFill>
                <a:latin typeface="DejaVu Serif"/>
                <a:cs typeface="DejaVu Serif"/>
              </a:rPr>
              <a:t>all </a:t>
            </a:r>
            <a:r>
              <a:rPr sz="800" spc="-70" dirty="0">
                <a:solidFill>
                  <a:srgbClr val="FFFFFF"/>
                </a:solidFill>
                <a:latin typeface="DejaVu Serif"/>
                <a:cs typeface="DejaVu Serif"/>
              </a:rPr>
              <a:t>know  </a:t>
            </a:r>
            <a:r>
              <a:rPr sz="800" spc="-55" dirty="0">
                <a:solidFill>
                  <a:srgbClr val="FFFFFF"/>
                </a:solidFill>
                <a:latin typeface="DejaVu Serif"/>
                <a:cs typeface="DejaVu Serif"/>
              </a:rPr>
              <a:t>innovation </a:t>
            </a:r>
            <a:r>
              <a:rPr sz="800" spc="-60" dirty="0">
                <a:solidFill>
                  <a:srgbClr val="FFFFFF"/>
                </a:solidFill>
                <a:latin typeface="DejaVu Serif"/>
                <a:cs typeface="DejaVu Serif"/>
              </a:rPr>
              <a:t>is </a:t>
            </a:r>
            <a:r>
              <a:rPr sz="800" spc="-80" dirty="0">
                <a:solidFill>
                  <a:srgbClr val="FFFFFF"/>
                </a:solidFill>
                <a:latin typeface="DejaVu Serif"/>
                <a:cs typeface="DejaVu Serif"/>
              </a:rPr>
              <a:t>key </a:t>
            </a:r>
            <a:r>
              <a:rPr sz="800" spc="-55" dirty="0">
                <a:solidFill>
                  <a:srgbClr val="FFFFFF"/>
                </a:solidFill>
                <a:latin typeface="DejaVu Serif"/>
                <a:cs typeface="DejaVu Serif"/>
              </a:rPr>
              <a:t>to </a:t>
            </a:r>
            <a:r>
              <a:rPr sz="800" spc="-70" dirty="0">
                <a:solidFill>
                  <a:srgbClr val="FFFFFF"/>
                </a:solidFill>
                <a:latin typeface="DejaVu Serif"/>
                <a:cs typeface="DejaVu Serif"/>
              </a:rPr>
              <a:t>sustained </a:t>
            </a:r>
            <a:r>
              <a:rPr sz="800" spc="-85" dirty="0">
                <a:solidFill>
                  <a:srgbClr val="FFFFFF"/>
                </a:solidFill>
                <a:latin typeface="DejaVu Serif"/>
                <a:cs typeface="DejaVu Serif"/>
              </a:rPr>
              <a:t>success, </a:t>
            </a:r>
            <a:r>
              <a:rPr sz="800" spc="-70" dirty="0">
                <a:solidFill>
                  <a:srgbClr val="FFFFFF"/>
                </a:solidFill>
                <a:latin typeface="DejaVu Serif"/>
                <a:cs typeface="DejaVu Serif"/>
              </a:rPr>
              <a:t>and  </a:t>
            </a:r>
            <a:r>
              <a:rPr sz="800" spc="-55" dirty="0">
                <a:solidFill>
                  <a:srgbClr val="FFFFFF"/>
                </a:solidFill>
                <a:latin typeface="DejaVu Serif"/>
                <a:cs typeface="DejaVu Serif"/>
              </a:rPr>
              <a:t>innovation </a:t>
            </a:r>
            <a:r>
              <a:rPr sz="800" spc="-70" dirty="0">
                <a:solidFill>
                  <a:srgbClr val="FFFFFF"/>
                </a:solidFill>
                <a:latin typeface="DejaVu Serif"/>
                <a:cs typeface="DejaVu Serif"/>
              </a:rPr>
              <a:t>through </a:t>
            </a:r>
            <a:r>
              <a:rPr sz="800" spc="-60" dirty="0">
                <a:solidFill>
                  <a:srgbClr val="FFFFFF"/>
                </a:solidFill>
                <a:latin typeface="DejaVu Serif"/>
                <a:cs typeface="DejaVu Serif"/>
              </a:rPr>
              <a:t>collaboration is </a:t>
            </a:r>
            <a:r>
              <a:rPr sz="800" spc="-95" dirty="0">
                <a:solidFill>
                  <a:srgbClr val="FFFFFF"/>
                </a:solidFill>
                <a:latin typeface="DejaVu Serif"/>
                <a:cs typeface="DejaVu Serif"/>
              </a:rPr>
              <a:t>a </a:t>
            </a:r>
            <a:r>
              <a:rPr sz="800" spc="-100" dirty="0">
                <a:solidFill>
                  <a:srgbClr val="FFFFFF"/>
                </a:solidFill>
                <a:latin typeface="DejaVu Serif"/>
                <a:cs typeface="DejaVu Serif"/>
              </a:rPr>
              <a:t>way </a:t>
            </a:r>
            <a:r>
              <a:rPr sz="800" spc="-55" dirty="0">
                <a:solidFill>
                  <a:srgbClr val="FFFFFF"/>
                </a:solidFill>
                <a:latin typeface="DejaVu Serif"/>
                <a:cs typeface="DejaVu Serif"/>
              </a:rPr>
              <a:t>to  </a:t>
            </a:r>
            <a:r>
              <a:rPr sz="800" spc="-85" dirty="0">
                <a:solidFill>
                  <a:srgbClr val="FFFFFF"/>
                </a:solidFill>
                <a:latin typeface="DejaVu Serif"/>
                <a:cs typeface="DejaVu Serif"/>
              </a:rPr>
              <a:t>accelerate</a:t>
            </a:r>
            <a:r>
              <a:rPr sz="800" spc="-80" dirty="0">
                <a:solidFill>
                  <a:srgbClr val="FFFFFF"/>
                </a:solidFill>
                <a:latin typeface="DejaVu Serif"/>
                <a:cs typeface="DejaVu Serif"/>
              </a:rPr>
              <a:t> </a:t>
            </a:r>
            <a:r>
              <a:rPr sz="800" spc="-40" dirty="0">
                <a:solidFill>
                  <a:srgbClr val="FFFFFF"/>
                </a:solidFill>
                <a:latin typeface="DejaVu Serif"/>
                <a:cs typeface="DejaVu Serif"/>
              </a:rPr>
              <a:t>it.</a:t>
            </a:r>
            <a:endParaRPr sz="800">
              <a:latin typeface="DejaVu Serif"/>
              <a:cs typeface="DejaVu Serif"/>
            </a:endParaRPr>
          </a:p>
        </p:txBody>
      </p:sp>
      <p:sp>
        <p:nvSpPr>
          <p:cNvPr id="18" name="object 18"/>
          <p:cNvSpPr txBox="1"/>
          <p:nvPr/>
        </p:nvSpPr>
        <p:spPr>
          <a:xfrm>
            <a:off x="3786351" y="1493685"/>
            <a:ext cx="1963420" cy="643890"/>
          </a:xfrm>
          <a:prstGeom prst="rect">
            <a:avLst/>
          </a:prstGeom>
        </p:spPr>
        <p:txBody>
          <a:bodyPr vert="horz" wrap="square" lIns="0" tIns="10160" rIns="0" bIns="0" rtlCol="0">
            <a:spAutoFit/>
          </a:bodyPr>
          <a:lstStyle/>
          <a:p>
            <a:pPr marL="12700" marR="5080" algn="just">
              <a:lnSpc>
                <a:spcPct val="101699"/>
              </a:lnSpc>
              <a:spcBef>
                <a:spcPts val="80"/>
              </a:spcBef>
            </a:pPr>
            <a:r>
              <a:rPr sz="800" spc="-90" dirty="0">
                <a:latin typeface="DejaVu Serif"/>
                <a:cs typeface="DejaVu Serif"/>
              </a:rPr>
              <a:t>User </a:t>
            </a:r>
            <a:r>
              <a:rPr sz="800" spc="-80" dirty="0">
                <a:latin typeface="DejaVu Serif"/>
                <a:cs typeface="DejaVu Serif"/>
              </a:rPr>
              <a:t>experience </a:t>
            </a:r>
            <a:r>
              <a:rPr sz="800" spc="-60" dirty="0">
                <a:latin typeface="DejaVu Serif"/>
                <a:cs typeface="DejaVu Serif"/>
              </a:rPr>
              <a:t>is </a:t>
            </a:r>
            <a:r>
              <a:rPr sz="800" spc="-95" dirty="0">
                <a:latin typeface="DejaVu Serif"/>
                <a:cs typeface="DejaVu Serif"/>
              </a:rPr>
              <a:t>a </a:t>
            </a:r>
            <a:r>
              <a:rPr sz="800" spc="-60" dirty="0">
                <a:latin typeface="DejaVu Serif"/>
                <a:cs typeface="DejaVu Serif"/>
              </a:rPr>
              <a:t>critical </a:t>
            </a:r>
            <a:r>
              <a:rPr sz="800" spc="-70" dirty="0">
                <a:latin typeface="DejaVu Serif"/>
                <a:cs typeface="DejaVu Serif"/>
              </a:rPr>
              <a:t>element </a:t>
            </a:r>
            <a:r>
              <a:rPr sz="800" spc="-60" dirty="0">
                <a:latin typeface="DejaVu Serif"/>
                <a:cs typeface="DejaVu Serif"/>
              </a:rPr>
              <a:t>that</a:t>
            </a:r>
            <a:r>
              <a:rPr sz="800" spc="-130" dirty="0">
                <a:latin typeface="DejaVu Serif"/>
                <a:cs typeface="DejaVu Serif"/>
              </a:rPr>
              <a:t> </a:t>
            </a:r>
            <a:r>
              <a:rPr sz="800" spc="-75" dirty="0">
                <a:latin typeface="DejaVu Serif"/>
                <a:cs typeface="DejaVu Serif"/>
              </a:rPr>
              <a:t>can  </a:t>
            </a:r>
            <a:r>
              <a:rPr sz="800" spc="-80" dirty="0">
                <a:latin typeface="DejaVu Serif"/>
                <a:cs typeface="DejaVu Serif"/>
              </a:rPr>
              <a:t>represent </a:t>
            </a:r>
            <a:r>
              <a:rPr sz="800" spc="-70" dirty="0">
                <a:latin typeface="DejaVu Serif"/>
                <a:cs typeface="DejaVu Serif"/>
              </a:rPr>
              <a:t>your </a:t>
            </a:r>
            <a:r>
              <a:rPr sz="800" spc="-65" dirty="0">
                <a:latin typeface="DejaVu Serif"/>
                <a:cs typeface="DejaVu Serif"/>
              </a:rPr>
              <a:t>project. </a:t>
            </a:r>
            <a:r>
              <a:rPr sz="800" spc="-50" dirty="0">
                <a:latin typeface="DejaVu Serif"/>
                <a:cs typeface="DejaVu Serif"/>
              </a:rPr>
              <a:t>Our </a:t>
            </a:r>
            <a:r>
              <a:rPr sz="800" spc="-65" dirty="0">
                <a:latin typeface="DejaVu Serif"/>
                <a:cs typeface="DejaVu Serif"/>
              </a:rPr>
              <a:t>UX </a:t>
            </a:r>
            <a:r>
              <a:rPr sz="800" spc="-70" dirty="0">
                <a:latin typeface="DejaVu Serif"/>
                <a:cs typeface="DejaVu Serif"/>
              </a:rPr>
              <a:t>design and  </a:t>
            </a:r>
            <a:r>
              <a:rPr sz="800" spc="-35" dirty="0">
                <a:latin typeface="DejaVu Serif"/>
                <a:cs typeface="DejaVu Serif"/>
              </a:rPr>
              <a:t>prototyping </a:t>
            </a:r>
            <a:r>
              <a:rPr sz="800" spc="-40" dirty="0">
                <a:latin typeface="DejaVu Serif"/>
                <a:cs typeface="DejaVu Serif"/>
              </a:rPr>
              <a:t>specialists </a:t>
            </a:r>
            <a:r>
              <a:rPr sz="800" spc="-30" dirty="0">
                <a:latin typeface="DejaVu Serif"/>
                <a:cs typeface="DejaVu Serif"/>
              </a:rPr>
              <a:t>will </a:t>
            </a:r>
            <a:r>
              <a:rPr sz="800" spc="-55" dirty="0">
                <a:latin typeface="DejaVu Serif"/>
                <a:cs typeface="DejaVu Serif"/>
              </a:rPr>
              <a:t>ensure </a:t>
            </a:r>
            <a:r>
              <a:rPr sz="800" spc="-45" dirty="0">
                <a:latin typeface="DejaVu Serif"/>
                <a:cs typeface="DejaVu Serif"/>
              </a:rPr>
              <a:t>the  </a:t>
            </a:r>
            <a:r>
              <a:rPr sz="800" spc="-60" dirty="0">
                <a:latin typeface="DejaVu Serif"/>
                <a:cs typeface="DejaVu Serif"/>
              </a:rPr>
              <a:t>resulting</a:t>
            </a:r>
            <a:r>
              <a:rPr sz="800" spc="130" dirty="0">
                <a:latin typeface="DejaVu Serif"/>
                <a:cs typeface="DejaVu Serif"/>
              </a:rPr>
              <a:t> </a:t>
            </a:r>
            <a:r>
              <a:rPr sz="800" spc="-60" dirty="0">
                <a:latin typeface="DejaVu Serif"/>
                <a:cs typeface="DejaVu Serif"/>
              </a:rPr>
              <a:t>UI  is </a:t>
            </a:r>
            <a:r>
              <a:rPr sz="800" spc="-55" dirty="0">
                <a:latin typeface="DejaVu Serif"/>
                <a:cs typeface="DejaVu Serif"/>
              </a:rPr>
              <a:t>profoundly </a:t>
            </a:r>
            <a:r>
              <a:rPr sz="800" spc="-70" dirty="0">
                <a:latin typeface="DejaVu Serif"/>
                <a:cs typeface="DejaVu Serif"/>
              </a:rPr>
              <a:t>usable </a:t>
            </a:r>
            <a:r>
              <a:rPr sz="800" spc="-80" dirty="0">
                <a:latin typeface="DejaVu Serif"/>
                <a:cs typeface="DejaVu Serif"/>
              </a:rPr>
              <a:t>across  </a:t>
            </a:r>
            <a:r>
              <a:rPr sz="800" spc="-70" dirty="0">
                <a:latin typeface="DejaVu Serif"/>
                <a:cs typeface="DejaVu Serif"/>
              </a:rPr>
              <a:t>diﬀerent </a:t>
            </a:r>
            <a:r>
              <a:rPr sz="800" spc="-90" dirty="0">
                <a:latin typeface="DejaVu Serif"/>
                <a:cs typeface="DejaVu Serif"/>
              </a:rPr>
              <a:t>gadgets </a:t>
            </a:r>
            <a:r>
              <a:rPr sz="800" spc="-70" dirty="0">
                <a:latin typeface="DejaVu Serif"/>
                <a:cs typeface="DejaVu Serif"/>
              </a:rPr>
              <a:t>and</a:t>
            </a:r>
            <a:r>
              <a:rPr sz="800" spc="-95" dirty="0">
                <a:latin typeface="DejaVu Serif"/>
                <a:cs typeface="DejaVu Serif"/>
              </a:rPr>
              <a:t> </a:t>
            </a:r>
            <a:r>
              <a:rPr sz="800" spc="-65" dirty="0">
                <a:latin typeface="DejaVu Serif"/>
                <a:cs typeface="DejaVu Serif"/>
              </a:rPr>
              <a:t>platforms.</a:t>
            </a:r>
            <a:endParaRPr sz="800">
              <a:latin typeface="DejaVu Serif"/>
              <a:cs typeface="DejaVu Serif"/>
            </a:endParaRPr>
          </a:p>
        </p:txBody>
      </p:sp>
      <p:sp>
        <p:nvSpPr>
          <p:cNvPr id="19" name="object 19"/>
          <p:cNvSpPr/>
          <p:nvPr/>
        </p:nvSpPr>
        <p:spPr>
          <a:xfrm>
            <a:off x="3102597" y="1795322"/>
            <a:ext cx="339444" cy="339444"/>
          </a:xfrm>
          <a:prstGeom prst="rect">
            <a:avLst/>
          </a:prstGeom>
          <a:blipFill>
            <a:blip r:embed="rId7" cstate="print"/>
            <a:stretch>
              <a:fillRect/>
            </a:stretch>
          </a:blipFill>
        </p:spPr>
        <p:txBody>
          <a:bodyPr wrap="square" lIns="0" tIns="0" rIns="0" bIns="0" rtlCol="0"/>
          <a:lstStyle/>
          <a:p>
            <a:endParaRPr/>
          </a:p>
        </p:txBody>
      </p:sp>
      <p:sp>
        <p:nvSpPr>
          <p:cNvPr id="20" name="object 20"/>
          <p:cNvSpPr txBox="1"/>
          <p:nvPr/>
        </p:nvSpPr>
        <p:spPr>
          <a:xfrm>
            <a:off x="2954533" y="1471921"/>
            <a:ext cx="717550" cy="274955"/>
          </a:xfrm>
          <a:prstGeom prst="rect">
            <a:avLst/>
          </a:prstGeom>
        </p:spPr>
        <p:txBody>
          <a:bodyPr vert="horz" wrap="square" lIns="0" tIns="12700" rIns="0" bIns="0" rtlCol="0">
            <a:spAutoFit/>
          </a:bodyPr>
          <a:lstStyle/>
          <a:p>
            <a:pPr marL="12700" marR="5080" indent="42545">
              <a:lnSpc>
                <a:spcPct val="116799"/>
              </a:lnSpc>
              <a:spcBef>
                <a:spcPts val="100"/>
              </a:spcBef>
            </a:pPr>
            <a:r>
              <a:rPr sz="700" spc="70" dirty="0">
                <a:latin typeface="Verdana"/>
                <a:cs typeface="Verdana"/>
              </a:rPr>
              <a:t>UX </a:t>
            </a:r>
            <a:r>
              <a:rPr sz="700" spc="60" dirty="0">
                <a:latin typeface="Verdana"/>
                <a:cs typeface="Verdana"/>
              </a:rPr>
              <a:t>Design  </a:t>
            </a:r>
            <a:r>
              <a:rPr sz="700" spc="25" dirty="0">
                <a:latin typeface="Verdana"/>
                <a:cs typeface="Verdana"/>
              </a:rPr>
              <a:t>P</a:t>
            </a:r>
            <a:r>
              <a:rPr sz="700" spc="140" dirty="0">
                <a:latin typeface="Verdana"/>
                <a:cs typeface="Verdana"/>
              </a:rPr>
              <a:t>r</a:t>
            </a:r>
            <a:r>
              <a:rPr sz="700" spc="160" dirty="0">
                <a:latin typeface="Verdana"/>
                <a:cs typeface="Verdana"/>
              </a:rPr>
              <a:t>o</a:t>
            </a:r>
            <a:r>
              <a:rPr sz="700" spc="185" dirty="0">
                <a:latin typeface="Verdana"/>
                <a:cs typeface="Verdana"/>
              </a:rPr>
              <a:t>t</a:t>
            </a:r>
            <a:r>
              <a:rPr sz="700" spc="170" dirty="0">
                <a:latin typeface="Verdana"/>
                <a:cs typeface="Verdana"/>
              </a:rPr>
              <a:t>o</a:t>
            </a:r>
            <a:r>
              <a:rPr sz="700" spc="229" dirty="0">
                <a:latin typeface="Verdana"/>
                <a:cs typeface="Verdana"/>
              </a:rPr>
              <a:t>t</a:t>
            </a:r>
            <a:r>
              <a:rPr sz="700" spc="140" dirty="0">
                <a:latin typeface="Verdana"/>
                <a:cs typeface="Verdana"/>
              </a:rPr>
              <a:t>y</a:t>
            </a:r>
            <a:r>
              <a:rPr sz="700" spc="15" dirty="0">
                <a:latin typeface="Verdana"/>
                <a:cs typeface="Verdana"/>
              </a:rPr>
              <a:t>p</a:t>
            </a:r>
            <a:r>
              <a:rPr sz="700" dirty="0">
                <a:latin typeface="Verdana"/>
                <a:cs typeface="Verdana"/>
              </a:rPr>
              <a:t>i</a:t>
            </a:r>
            <a:r>
              <a:rPr sz="700" spc="125" dirty="0">
                <a:latin typeface="Verdana"/>
                <a:cs typeface="Verdana"/>
              </a:rPr>
              <a:t>n</a:t>
            </a:r>
            <a:r>
              <a:rPr sz="700" spc="150" dirty="0">
                <a:latin typeface="Verdana"/>
                <a:cs typeface="Verdana"/>
              </a:rPr>
              <a:t>g</a:t>
            </a:r>
            <a:endParaRPr sz="700">
              <a:latin typeface="Verdana"/>
              <a:cs typeface="Verdana"/>
            </a:endParaRPr>
          </a:p>
        </p:txBody>
      </p:sp>
      <p:sp>
        <p:nvSpPr>
          <p:cNvPr id="21" name="object 21"/>
          <p:cNvSpPr txBox="1">
            <a:spLocks noGrp="1"/>
          </p:cNvSpPr>
          <p:nvPr>
            <p:ph type="title"/>
          </p:nvPr>
        </p:nvSpPr>
        <p:spPr>
          <a:xfrm>
            <a:off x="536181" y="64096"/>
            <a:ext cx="814069" cy="322580"/>
          </a:xfrm>
          <a:prstGeom prst="rect">
            <a:avLst/>
          </a:prstGeom>
        </p:spPr>
        <p:txBody>
          <a:bodyPr vert="horz" wrap="square" lIns="0" tIns="12065" rIns="0" bIns="0" rtlCol="0">
            <a:spAutoFit/>
          </a:bodyPr>
          <a:lstStyle/>
          <a:p>
            <a:pPr marL="12700">
              <a:lnSpc>
                <a:spcPct val="100000"/>
              </a:lnSpc>
              <a:spcBef>
                <a:spcPts val="95"/>
              </a:spcBef>
            </a:pPr>
            <a:r>
              <a:rPr sz="1950" b="1" spc="-250" dirty="0">
                <a:latin typeface="Georgia"/>
                <a:cs typeface="Georgia"/>
              </a:rPr>
              <a:t>Servi</a:t>
            </a:r>
            <a:r>
              <a:rPr sz="1950" b="1" spc="-265" dirty="0">
                <a:latin typeface="Georgia"/>
                <a:cs typeface="Georgia"/>
              </a:rPr>
              <a:t>c</a:t>
            </a:r>
            <a:r>
              <a:rPr sz="1950" b="1" spc="-325" dirty="0">
                <a:latin typeface="Georgia"/>
                <a:cs typeface="Georgia"/>
              </a:rPr>
              <a:t>es</a:t>
            </a:r>
            <a:endParaRPr sz="1950">
              <a:latin typeface="Georgia"/>
              <a:cs typeface="Georgia"/>
            </a:endParaRPr>
          </a:p>
        </p:txBody>
      </p:sp>
      <p:sp>
        <p:nvSpPr>
          <p:cNvPr id="22" name="object 22"/>
          <p:cNvSpPr/>
          <p:nvPr/>
        </p:nvSpPr>
        <p:spPr>
          <a:xfrm>
            <a:off x="1459991" y="82296"/>
            <a:ext cx="4392295" cy="329565"/>
          </a:xfrm>
          <a:custGeom>
            <a:avLst/>
            <a:gdLst/>
            <a:ahLst/>
            <a:cxnLst/>
            <a:rect l="l" t="t" r="r" b="b"/>
            <a:pathLst>
              <a:path w="4392295" h="329565">
                <a:moveTo>
                  <a:pt x="0" y="0"/>
                </a:moveTo>
                <a:lnTo>
                  <a:pt x="4392168" y="0"/>
                </a:lnTo>
                <a:lnTo>
                  <a:pt x="4392168" y="329183"/>
                </a:lnTo>
                <a:lnTo>
                  <a:pt x="0" y="329183"/>
                </a:lnTo>
                <a:lnTo>
                  <a:pt x="0" y="0"/>
                </a:lnTo>
                <a:close/>
              </a:path>
            </a:pathLst>
          </a:custGeom>
          <a:solidFill>
            <a:srgbClr val="000000"/>
          </a:solidFill>
        </p:spPr>
        <p:txBody>
          <a:bodyPr wrap="square" lIns="0" tIns="0" rIns="0" bIns="0" rtlCol="0"/>
          <a:lstStyle/>
          <a:p>
            <a:endParaRPr/>
          </a:p>
        </p:txBody>
      </p:sp>
      <p:sp>
        <p:nvSpPr>
          <p:cNvPr id="23" name="object 23"/>
          <p:cNvSpPr/>
          <p:nvPr/>
        </p:nvSpPr>
        <p:spPr>
          <a:xfrm>
            <a:off x="2933" y="82296"/>
            <a:ext cx="442595" cy="329565"/>
          </a:xfrm>
          <a:custGeom>
            <a:avLst/>
            <a:gdLst/>
            <a:ahLst/>
            <a:cxnLst/>
            <a:rect l="l" t="t" r="r" b="b"/>
            <a:pathLst>
              <a:path w="442595" h="329565">
                <a:moveTo>
                  <a:pt x="0" y="0"/>
                </a:moveTo>
                <a:lnTo>
                  <a:pt x="442076" y="0"/>
                </a:lnTo>
                <a:lnTo>
                  <a:pt x="442076" y="329183"/>
                </a:lnTo>
                <a:lnTo>
                  <a:pt x="0" y="329183"/>
                </a:lnTo>
                <a:lnTo>
                  <a:pt x="0" y="0"/>
                </a:lnTo>
                <a:close/>
              </a:path>
            </a:pathLst>
          </a:custGeom>
          <a:solidFill>
            <a:srgbClr val="000000"/>
          </a:solidFill>
        </p:spPr>
        <p:txBody>
          <a:bodyPr wrap="square" lIns="0" tIns="0" rIns="0" bIns="0" rtlCol="0"/>
          <a:lstStyle/>
          <a:p>
            <a:endParaRPr/>
          </a:p>
        </p:txBody>
      </p:sp>
      <p:sp>
        <p:nvSpPr>
          <p:cNvPr id="24" name="object 24"/>
          <p:cNvSpPr/>
          <p:nvPr/>
        </p:nvSpPr>
        <p:spPr>
          <a:xfrm>
            <a:off x="167335" y="2805016"/>
            <a:ext cx="325540" cy="325540"/>
          </a:xfrm>
          <a:prstGeom prst="rect">
            <a:avLst/>
          </a:prstGeom>
          <a:blipFill>
            <a:blip r:embed="rId8" cstate="print"/>
            <a:stretch>
              <a:fillRect/>
            </a:stretch>
          </a:blipFill>
        </p:spPr>
        <p:txBody>
          <a:bodyPr wrap="square" lIns="0" tIns="0" rIns="0" bIns="0" rtlCol="0"/>
          <a:lstStyle/>
          <a:p>
            <a:endParaRPr/>
          </a:p>
        </p:txBody>
      </p:sp>
      <p:sp>
        <p:nvSpPr>
          <p:cNvPr id="25" name="object 25"/>
          <p:cNvSpPr txBox="1"/>
          <p:nvPr/>
        </p:nvSpPr>
        <p:spPr>
          <a:xfrm>
            <a:off x="75683" y="2478716"/>
            <a:ext cx="520065" cy="274955"/>
          </a:xfrm>
          <a:prstGeom prst="rect">
            <a:avLst/>
          </a:prstGeom>
        </p:spPr>
        <p:txBody>
          <a:bodyPr vert="horz" wrap="square" lIns="0" tIns="12700" rIns="0" bIns="0" rtlCol="0">
            <a:spAutoFit/>
          </a:bodyPr>
          <a:lstStyle/>
          <a:p>
            <a:pPr marL="48895" marR="5080" indent="-36830">
              <a:lnSpc>
                <a:spcPct val="116799"/>
              </a:lnSpc>
              <a:spcBef>
                <a:spcPts val="100"/>
              </a:spcBef>
            </a:pPr>
            <a:r>
              <a:rPr sz="700" spc="60" dirty="0">
                <a:latin typeface="Verdana"/>
                <a:cs typeface="Verdana"/>
              </a:rPr>
              <a:t>C</a:t>
            </a:r>
            <a:r>
              <a:rPr sz="700" spc="229" dirty="0">
                <a:latin typeface="Verdana"/>
                <a:cs typeface="Verdana"/>
              </a:rPr>
              <a:t>o</a:t>
            </a:r>
            <a:r>
              <a:rPr sz="700" spc="245" dirty="0">
                <a:latin typeface="Verdana"/>
                <a:cs typeface="Verdana"/>
              </a:rPr>
              <a:t>n</a:t>
            </a:r>
            <a:r>
              <a:rPr sz="700" spc="135" dirty="0">
                <a:latin typeface="Verdana"/>
                <a:cs typeface="Verdana"/>
              </a:rPr>
              <a:t>t</a:t>
            </a:r>
            <a:r>
              <a:rPr sz="700" spc="125" dirty="0">
                <a:latin typeface="Verdana"/>
                <a:cs typeface="Verdana"/>
              </a:rPr>
              <a:t>ent  writing</a:t>
            </a:r>
            <a:endParaRPr sz="700">
              <a:latin typeface="Verdana"/>
              <a:cs typeface="Verdana"/>
            </a:endParaRPr>
          </a:p>
        </p:txBody>
      </p:sp>
      <p:sp>
        <p:nvSpPr>
          <p:cNvPr id="26" name="object 26"/>
          <p:cNvSpPr txBox="1"/>
          <p:nvPr/>
        </p:nvSpPr>
        <p:spPr>
          <a:xfrm>
            <a:off x="763162" y="2512702"/>
            <a:ext cx="2014220" cy="675005"/>
          </a:xfrm>
          <a:prstGeom prst="rect">
            <a:avLst/>
          </a:prstGeom>
        </p:spPr>
        <p:txBody>
          <a:bodyPr vert="horz" wrap="square" lIns="0" tIns="10795" rIns="0" bIns="0" rtlCol="0">
            <a:spAutoFit/>
          </a:bodyPr>
          <a:lstStyle/>
          <a:p>
            <a:pPr marL="12700" marR="5080">
              <a:lnSpc>
                <a:spcPct val="101699"/>
              </a:lnSpc>
              <a:spcBef>
                <a:spcPts val="85"/>
              </a:spcBef>
            </a:pPr>
            <a:r>
              <a:rPr sz="700" spc="-60" dirty="0">
                <a:latin typeface="DejaVu Serif"/>
                <a:cs typeface="DejaVu Serif"/>
              </a:rPr>
              <a:t>High quality, </a:t>
            </a:r>
            <a:r>
              <a:rPr sz="700" spc="-65" dirty="0">
                <a:latin typeface="DejaVu Serif"/>
                <a:cs typeface="DejaVu Serif"/>
              </a:rPr>
              <a:t>aﬀordable </a:t>
            </a:r>
            <a:r>
              <a:rPr sz="700" spc="-85" dirty="0">
                <a:latin typeface="DejaVu Serif"/>
                <a:cs typeface="DejaVu Serif"/>
              </a:rPr>
              <a:t>web </a:t>
            </a:r>
            <a:r>
              <a:rPr sz="700" spc="-55" dirty="0">
                <a:latin typeface="DejaVu Serif"/>
                <a:cs typeface="DejaVu Serif"/>
              </a:rPr>
              <a:t>content writing</a:t>
            </a:r>
            <a:r>
              <a:rPr sz="700" spc="-140" dirty="0">
                <a:latin typeface="DejaVu Serif"/>
                <a:cs typeface="DejaVu Serif"/>
              </a:rPr>
              <a:t> </a:t>
            </a:r>
            <a:r>
              <a:rPr sz="700" spc="-65" dirty="0">
                <a:latin typeface="DejaVu Serif"/>
                <a:cs typeface="DejaVu Serif"/>
              </a:rPr>
              <a:t>service.  </a:t>
            </a:r>
            <a:r>
              <a:rPr sz="700" spc="-70" dirty="0">
                <a:latin typeface="DejaVu Serif"/>
                <a:cs typeface="DejaVu Serif"/>
              </a:rPr>
              <a:t>Expert </a:t>
            </a:r>
            <a:r>
              <a:rPr sz="700" spc="-65" dirty="0">
                <a:latin typeface="DejaVu Serif"/>
                <a:cs typeface="DejaVu Serif"/>
              </a:rPr>
              <a:t>writers </a:t>
            </a:r>
            <a:r>
              <a:rPr sz="700" spc="-75" dirty="0">
                <a:latin typeface="DejaVu Serif"/>
                <a:cs typeface="DejaVu Serif"/>
              </a:rPr>
              <a:t>across </a:t>
            </a:r>
            <a:r>
              <a:rPr sz="700" spc="-55" dirty="0">
                <a:latin typeface="DejaVu Serif"/>
                <a:cs typeface="DejaVu Serif"/>
              </a:rPr>
              <a:t>industries </a:t>
            </a:r>
            <a:r>
              <a:rPr sz="700" spc="-60" dirty="0">
                <a:latin typeface="DejaVu Serif"/>
                <a:cs typeface="DejaVu Serif"/>
              </a:rPr>
              <a:t>and</a:t>
            </a:r>
            <a:r>
              <a:rPr sz="700" spc="-100" dirty="0">
                <a:latin typeface="DejaVu Serif"/>
                <a:cs typeface="DejaVu Serif"/>
              </a:rPr>
              <a:t> </a:t>
            </a:r>
            <a:r>
              <a:rPr sz="700" spc="-60" dirty="0">
                <a:latin typeface="DejaVu Serif"/>
                <a:cs typeface="DejaVu Serif"/>
              </a:rPr>
              <a:t>niches.</a:t>
            </a:r>
            <a:endParaRPr sz="700">
              <a:latin typeface="DejaVu Serif"/>
              <a:cs typeface="DejaVu Serif"/>
            </a:endParaRPr>
          </a:p>
          <a:p>
            <a:pPr marL="12700" marR="160020">
              <a:lnSpc>
                <a:spcPct val="101699"/>
              </a:lnSpc>
            </a:pPr>
            <a:r>
              <a:rPr sz="700" spc="-114" dirty="0">
                <a:latin typeface="DejaVu Serif"/>
                <a:cs typeface="DejaVu Serif"/>
              </a:rPr>
              <a:t>100% </a:t>
            </a:r>
            <a:r>
              <a:rPr sz="700" spc="-55" dirty="0">
                <a:latin typeface="DejaVu Serif"/>
                <a:cs typeface="DejaVu Serif"/>
              </a:rPr>
              <a:t>original </a:t>
            </a:r>
            <a:r>
              <a:rPr sz="700" spc="-60" dirty="0">
                <a:latin typeface="DejaVu Serif"/>
                <a:cs typeface="DejaVu Serif"/>
              </a:rPr>
              <a:t>and </a:t>
            </a:r>
            <a:r>
              <a:rPr sz="700" spc="-55" dirty="0">
                <a:latin typeface="DejaVu Serif"/>
                <a:cs typeface="DejaVu Serif"/>
              </a:rPr>
              <a:t>unique content, </a:t>
            </a:r>
            <a:r>
              <a:rPr sz="700" spc="-70" dirty="0">
                <a:latin typeface="DejaVu Serif"/>
                <a:cs typeface="DejaVu Serif"/>
              </a:rPr>
              <a:t>checked </a:t>
            </a:r>
            <a:r>
              <a:rPr sz="700" spc="-50" dirty="0">
                <a:latin typeface="DejaVu Serif"/>
                <a:cs typeface="DejaVu Serif"/>
              </a:rPr>
              <a:t>with  </a:t>
            </a:r>
            <a:r>
              <a:rPr sz="700" spc="-70" dirty="0">
                <a:latin typeface="DejaVu Serif"/>
                <a:cs typeface="DejaVu Serif"/>
              </a:rPr>
              <a:t>Copyscape.</a:t>
            </a:r>
            <a:endParaRPr sz="700">
              <a:latin typeface="DejaVu Serif"/>
              <a:cs typeface="DejaVu Serif"/>
            </a:endParaRPr>
          </a:p>
          <a:p>
            <a:pPr marL="12700" marR="290195">
              <a:lnSpc>
                <a:spcPct val="101699"/>
              </a:lnSpc>
            </a:pPr>
            <a:r>
              <a:rPr sz="700" spc="-60" dirty="0">
                <a:latin typeface="DejaVu Serif"/>
                <a:cs typeface="DejaVu Serif"/>
              </a:rPr>
              <a:t>Ghostwritten </a:t>
            </a:r>
            <a:r>
              <a:rPr sz="700" dirty="0">
                <a:latin typeface="DejaVu Serif"/>
                <a:cs typeface="DejaVu Serif"/>
              </a:rPr>
              <a:t>– </a:t>
            </a:r>
            <a:r>
              <a:rPr sz="700" spc="-60" dirty="0">
                <a:latin typeface="DejaVu Serif"/>
                <a:cs typeface="DejaVu Serif"/>
              </a:rPr>
              <a:t>you </a:t>
            </a:r>
            <a:r>
              <a:rPr sz="700" spc="-65" dirty="0">
                <a:latin typeface="DejaVu Serif"/>
                <a:cs typeface="DejaVu Serif"/>
              </a:rPr>
              <a:t>own </a:t>
            </a:r>
            <a:r>
              <a:rPr sz="700" spc="-50" dirty="0">
                <a:latin typeface="DejaVu Serif"/>
                <a:cs typeface="DejaVu Serif"/>
              </a:rPr>
              <a:t>all </a:t>
            </a:r>
            <a:r>
              <a:rPr sz="700" spc="-60" dirty="0">
                <a:latin typeface="DejaVu Serif"/>
                <a:cs typeface="DejaVu Serif"/>
              </a:rPr>
              <a:t>rights </a:t>
            </a:r>
            <a:r>
              <a:rPr sz="700" spc="-50" dirty="0">
                <a:latin typeface="DejaVu Serif"/>
                <a:cs typeface="DejaVu Serif"/>
              </a:rPr>
              <a:t>to</a:t>
            </a:r>
            <a:r>
              <a:rPr sz="700" spc="-180" dirty="0">
                <a:latin typeface="DejaVu Serif"/>
                <a:cs typeface="DejaVu Serif"/>
              </a:rPr>
              <a:t> </a:t>
            </a:r>
            <a:r>
              <a:rPr sz="700" spc="-55" dirty="0">
                <a:latin typeface="DejaVu Serif"/>
                <a:cs typeface="DejaVu Serif"/>
              </a:rPr>
              <a:t>content.  Content </a:t>
            </a:r>
            <a:r>
              <a:rPr sz="700" spc="-70" dirty="0">
                <a:latin typeface="DejaVu Serif"/>
                <a:cs typeface="DejaVu Serif"/>
              </a:rPr>
              <a:t>keyword </a:t>
            </a:r>
            <a:r>
              <a:rPr sz="700" spc="-50" dirty="0">
                <a:latin typeface="DejaVu Serif"/>
                <a:cs typeface="DejaVu Serif"/>
              </a:rPr>
              <a:t>optimized </a:t>
            </a:r>
            <a:r>
              <a:rPr sz="700" spc="-55" dirty="0">
                <a:latin typeface="DejaVu Serif"/>
                <a:cs typeface="DejaVu Serif"/>
              </a:rPr>
              <a:t>for</a:t>
            </a:r>
            <a:r>
              <a:rPr sz="700" spc="-85" dirty="0">
                <a:latin typeface="DejaVu Serif"/>
                <a:cs typeface="DejaVu Serif"/>
              </a:rPr>
              <a:t> </a:t>
            </a:r>
            <a:r>
              <a:rPr sz="700" spc="-90" dirty="0">
                <a:latin typeface="DejaVu Serif"/>
                <a:cs typeface="DejaVu Serif"/>
              </a:rPr>
              <a:t>SEO.</a:t>
            </a:r>
            <a:endParaRPr sz="700">
              <a:latin typeface="DejaVu Serif"/>
              <a:cs typeface="DejaVu Serif"/>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5852160" cy="3291840"/>
          </a:xfrm>
          <a:custGeom>
            <a:avLst/>
            <a:gdLst/>
            <a:ahLst/>
            <a:cxnLst/>
            <a:rect l="l" t="t" r="r" b="b"/>
            <a:pathLst>
              <a:path w="5852160" h="3291840">
                <a:moveTo>
                  <a:pt x="0" y="0"/>
                </a:moveTo>
                <a:lnTo>
                  <a:pt x="5852160" y="0"/>
                </a:lnTo>
                <a:lnTo>
                  <a:pt x="5852160" y="3291840"/>
                </a:lnTo>
                <a:lnTo>
                  <a:pt x="0" y="3291840"/>
                </a:lnTo>
                <a:lnTo>
                  <a:pt x="0" y="0"/>
                </a:lnTo>
                <a:close/>
              </a:path>
            </a:pathLst>
          </a:custGeom>
          <a:solidFill>
            <a:srgbClr val="000000"/>
          </a:solidFill>
        </p:spPr>
        <p:txBody>
          <a:bodyPr wrap="square" lIns="0" tIns="0" rIns="0" bIns="0" rtlCol="0"/>
          <a:lstStyle/>
          <a:p>
            <a:endParaRPr/>
          </a:p>
        </p:txBody>
      </p:sp>
      <p:sp>
        <p:nvSpPr>
          <p:cNvPr id="3" name="object 3"/>
          <p:cNvSpPr txBox="1"/>
          <p:nvPr/>
        </p:nvSpPr>
        <p:spPr>
          <a:xfrm>
            <a:off x="1717611" y="1477200"/>
            <a:ext cx="2123440" cy="299720"/>
          </a:xfrm>
          <a:prstGeom prst="rect">
            <a:avLst/>
          </a:prstGeom>
        </p:spPr>
        <p:txBody>
          <a:bodyPr vert="horz" wrap="square" lIns="0" tIns="12700" rIns="0" bIns="0" rtlCol="0">
            <a:spAutoFit/>
          </a:bodyPr>
          <a:lstStyle/>
          <a:p>
            <a:pPr marL="12700">
              <a:lnSpc>
                <a:spcPct val="100000"/>
              </a:lnSpc>
              <a:spcBef>
                <a:spcPts val="100"/>
              </a:spcBef>
            </a:pPr>
            <a:r>
              <a:rPr sz="1800" b="1" spc="-204" dirty="0">
                <a:solidFill>
                  <a:srgbClr val="FFFFFF"/>
                </a:solidFill>
                <a:latin typeface="Georgia"/>
                <a:cs typeface="Georgia"/>
              </a:rPr>
              <a:t>APP</a:t>
            </a:r>
            <a:r>
              <a:rPr sz="1800" b="1" spc="-100" dirty="0">
                <a:solidFill>
                  <a:srgbClr val="FFFFFF"/>
                </a:solidFill>
                <a:latin typeface="Georgia"/>
                <a:cs typeface="Georgia"/>
              </a:rPr>
              <a:t> </a:t>
            </a:r>
            <a:r>
              <a:rPr sz="1800" b="1" spc="-229" dirty="0">
                <a:solidFill>
                  <a:srgbClr val="FFFFFF"/>
                </a:solidFill>
                <a:latin typeface="Georgia"/>
                <a:cs typeface="Georgia"/>
              </a:rPr>
              <a:t>DEVELOPMENT</a:t>
            </a:r>
            <a:endParaRPr sz="1800">
              <a:latin typeface="Georgia"/>
              <a:cs typeface="Georgia"/>
            </a:endParaRPr>
          </a:p>
        </p:txBody>
      </p:sp>
      <p:sp>
        <p:nvSpPr>
          <p:cNvPr id="4" name="object 4"/>
          <p:cNvSpPr/>
          <p:nvPr/>
        </p:nvSpPr>
        <p:spPr>
          <a:xfrm>
            <a:off x="4025811" y="1481328"/>
            <a:ext cx="1828800" cy="329565"/>
          </a:xfrm>
          <a:custGeom>
            <a:avLst/>
            <a:gdLst/>
            <a:ahLst/>
            <a:cxnLst/>
            <a:rect l="l" t="t" r="r" b="b"/>
            <a:pathLst>
              <a:path w="1828800" h="329564">
                <a:moveTo>
                  <a:pt x="0" y="0"/>
                </a:moveTo>
                <a:lnTo>
                  <a:pt x="1828800" y="0"/>
                </a:lnTo>
                <a:lnTo>
                  <a:pt x="1828800" y="329184"/>
                </a:lnTo>
                <a:lnTo>
                  <a:pt x="0" y="329184"/>
                </a:lnTo>
                <a:lnTo>
                  <a:pt x="0" y="0"/>
                </a:lnTo>
                <a:close/>
              </a:path>
            </a:pathLst>
          </a:custGeom>
          <a:solidFill>
            <a:srgbClr val="FFFFFF"/>
          </a:solidFill>
        </p:spPr>
        <p:txBody>
          <a:bodyPr wrap="square" lIns="0" tIns="0" rIns="0" bIns="0" rtlCol="0"/>
          <a:lstStyle/>
          <a:p>
            <a:endParaRPr/>
          </a:p>
        </p:txBody>
      </p:sp>
      <p:sp>
        <p:nvSpPr>
          <p:cNvPr id="5" name="object 5"/>
          <p:cNvSpPr/>
          <p:nvPr/>
        </p:nvSpPr>
        <p:spPr>
          <a:xfrm>
            <a:off x="0" y="1481328"/>
            <a:ext cx="1545590" cy="329565"/>
          </a:xfrm>
          <a:custGeom>
            <a:avLst/>
            <a:gdLst/>
            <a:ahLst/>
            <a:cxnLst/>
            <a:rect l="l" t="t" r="r" b="b"/>
            <a:pathLst>
              <a:path w="1545590" h="329564">
                <a:moveTo>
                  <a:pt x="0" y="329184"/>
                </a:moveTo>
                <a:lnTo>
                  <a:pt x="0" y="0"/>
                </a:lnTo>
                <a:lnTo>
                  <a:pt x="1545336" y="0"/>
                </a:lnTo>
                <a:lnTo>
                  <a:pt x="1545336" y="329184"/>
                </a:lnTo>
                <a:lnTo>
                  <a:pt x="0" y="329184"/>
                </a:lnTo>
                <a:close/>
              </a:path>
            </a:pathLst>
          </a:custGeom>
          <a:solidFill>
            <a:srgbClr val="FFFFFF"/>
          </a:solid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5852160" cy="3291840"/>
          </a:xfrm>
          <a:custGeom>
            <a:avLst/>
            <a:gdLst/>
            <a:ahLst/>
            <a:cxnLst/>
            <a:rect l="l" t="t" r="r" b="b"/>
            <a:pathLst>
              <a:path w="5852160" h="3291840">
                <a:moveTo>
                  <a:pt x="0" y="0"/>
                </a:moveTo>
                <a:lnTo>
                  <a:pt x="5852160" y="0"/>
                </a:lnTo>
                <a:lnTo>
                  <a:pt x="5852160" y="3291840"/>
                </a:lnTo>
                <a:lnTo>
                  <a:pt x="0" y="3291840"/>
                </a:lnTo>
                <a:lnTo>
                  <a:pt x="0" y="0"/>
                </a:lnTo>
                <a:close/>
              </a:path>
            </a:pathLst>
          </a:custGeom>
          <a:solidFill>
            <a:srgbClr val="000000"/>
          </a:solidFill>
        </p:spPr>
        <p:txBody>
          <a:bodyPr wrap="square" lIns="0" tIns="0" rIns="0" bIns="0" rtlCol="0"/>
          <a:lstStyle/>
          <a:p>
            <a:endParaRPr/>
          </a:p>
        </p:txBody>
      </p:sp>
      <p:sp>
        <p:nvSpPr>
          <p:cNvPr id="3" name="object 3"/>
          <p:cNvSpPr txBox="1"/>
          <p:nvPr/>
        </p:nvSpPr>
        <p:spPr>
          <a:xfrm>
            <a:off x="1717611" y="1477200"/>
            <a:ext cx="2177415" cy="299720"/>
          </a:xfrm>
          <a:prstGeom prst="rect">
            <a:avLst/>
          </a:prstGeom>
        </p:spPr>
        <p:txBody>
          <a:bodyPr vert="horz" wrap="square" lIns="0" tIns="12700" rIns="0" bIns="0" rtlCol="0">
            <a:spAutoFit/>
          </a:bodyPr>
          <a:lstStyle/>
          <a:p>
            <a:pPr marL="12700">
              <a:lnSpc>
                <a:spcPct val="100000"/>
              </a:lnSpc>
              <a:spcBef>
                <a:spcPts val="100"/>
              </a:spcBef>
            </a:pPr>
            <a:r>
              <a:rPr sz="1800" b="1" spc="-330" dirty="0">
                <a:solidFill>
                  <a:srgbClr val="FFFFFF"/>
                </a:solidFill>
                <a:latin typeface="Georgia"/>
                <a:cs typeface="Georgia"/>
              </a:rPr>
              <a:t>WEB</a:t>
            </a:r>
            <a:r>
              <a:rPr sz="1800" b="1" spc="-225" dirty="0">
                <a:solidFill>
                  <a:srgbClr val="FFFFFF"/>
                </a:solidFill>
                <a:latin typeface="Georgia"/>
                <a:cs typeface="Georgia"/>
              </a:rPr>
              <a:t> </a:t>
            </a:r>
            <a:r>
              <a:rPr lang="en-US" sz="1800" b="1" spc="-225" dirty="0" smtClean="0">
                <a:solidFill>
                  <a:srgbClr val="FFFFFF"/>
                </a:solidFill>
                <a:latin typeface="Georgia"/>
                <a:cs typeface="Georgia"/>
              </a:rPr>
              <a:t> </a:t>
            </a:r>
            <a:r>
              <a:rPr sz="1800" b="1" spc="-229" dirty="0" smtClean="0">
                <a:solidFill>
                  <a:srgbClr val="FFFFFF"/>
                </a:solidFill>
                <a:latin typeface="Georgia"/>
                <a:cs typeface="Georgia"/>
              </a:rPr>
              <a:t>DEVELOPMENT</a:t>
            </a:r>
            <a:endParaRPr sz="1800" dirty="0">
              <a:latin typeface="Georgia"/>
              <a:cs typeface="Georgia"/>
            </a:endParaRPr>
          </a:p>
        </p:txBody>
      </p:sp>
      <p:sp>
        <p:nvSpPr>
          <p:cNvPr id="4" name="object 4"/>
          <p:cNvSpPr/>
          <p:nvPr/>
        </p:nvSpPr>
        <p:spPr>
          <a:xfrm>
            <a:off x="4025811" y="1481328"/>
            <a:ext cx="1828800" cy="329565"/>
          </a:xfrm>
          <a:custGeom>
            <a:avLst/>
            <a:gdLst/>
            <a:ahLst/>
            <a:cxnLst/>
            <a:rect l="l" t="t" r="r" b="b"/>
            <a:pathLst>
              <a:path w="1828800" h="329564">
                <a:moveTo>
                  <a:pt x="0" y="0"/>
                </a:moveTo>
                <a:lnTo>
                  <a:pt x="1828800" y="0"/>
                </a:lnTo>
                <a:lnTo>
                  <a:pt x="1828800" y="329184"/>
                </a:lnTo>
                <a:lnTo>
                  <a:pt x="0" y="329184"/>
                </a:lnTo>
                <a:lnTo>
                  <a:pt x="0" y="0"/>
                </a:lnTo>
                <a:close/>
              </a:path>
            </a:pathLst>
          </a:custGeom>
          <a:solidFill>
            <a:srgbClr val="FFFFFF"/>
          </a:solidFill>
        </p:spPr>
        <p:txBody>
          <a:bodyPr wrap="square" lIns="0" tIns="0" rIns="0" bIns="0" rtlCol="0"/>
          <a:lstStyle/>
          <a:p>
            <a:endParaRPr/>
          </a:p>
        </p:txBody>
      </p:sp>
      <p:sp>
        <p:nvSpPr>
          <p:cNvPr id="5" name="object 5"/>
          <p:cNvSpPr/>
          <p:nvPr/>
        </p:nvSpPr>
        <p:spPr>
          <a:xfrm>
            <a:off x="0" y="1481328"/>
            <a:ext cx="1545590" cy="329565"/>
          </a:xfrm>
          <a:custGeom>
            <a:avLst/>
            <a:gdLst/>
            <a:ahLst/>
            <a:cxnLst/>
            <a:rect l="l" t="t" r="r" b="b"/>
            <a:pathLst>
              <a:path w="1545590" h="329564">
                <a:moveTo>
                  <a:pt x="0" y="329184"/>
                </a:moveTo>
                <a:lnTo>
                  <a:pt x="0" y="0"/>
                </a:lnTo>
                <a:lnTo>
                  <a:pt x="1545336" y="0"/>
                </a:lnTo>
                <a:lnTo>
                  <a:pt x="1545336" y="329184"/>
                </a:lnTo>
                <a:lnTo>
                  <a:pt x="0" y="329184"/>
                </a:lnTo>
                <a:close/>
              </a:path>
            </a:pathLst>
          </a:custGeom>
          <a:solidFill>
            <a:srgbClr val="FFFFFF"/>
          </a:solidFill>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3579520" y="814946"/>
            <a:ext cx="2211705" cy="320040"/>
          </a:xfrm>
          <a:prstGeom prst="rect">
            <a:avLst/>
          </a:prstGeom>
        </p:spPr>
        <p:txBody>
          <a:bodyPr vert="horz" wrap="square" lIns="0" tIns="25400" rIns="0" bIns="0" rtlCol="0">
            <a:spAutoFit/>
          </a:bodyPr>
          <a:lstStyle/>
          <a:p>
            <a:pPr marL="12700" marR="5080">
              <a:lnSpc>
                <a:spcPts val="1120"/>
              </a:lnSpc>
              <a:spcBef>
                <a:spcPts val="200"/>
              </a:spcBef>
            </a:pPr>
            <a:r>
              <a:rPr sz="1000" spc="-5" dirty="0">
                <a:latin typeface="Arial"/>
                <a:cs typeface="Arial"/>
              </a:rPr>
              <a:t>Customized portal </a:t>
            </a:r>
            <a:r>
              <a:rPr sz="1000" dirty="0">
                <a:latin typeface="Arial"/>
                <a:cs typeface="Arial"/>
              </a:rPr>
              <a:t>for </a:t>
            </a:r>
            <a:r>
              <a:rPr sz="1000" spc="-5" dirty="0">
                <a:latin typeface="Arial"/>
                <a:cs typeface="Arial"/>
              </a:rPr>
              <a:t>feedback  management </a:t>
            </a:r>
            <a:r>
              <a:rPr sz="1000" dirty="0">
                <a:latin typeface="Arial"/>
                <a:cs typeface="Arial"/>
              </a:rPr>
              <a:t>for L&amp;T IPM</a:t>
            </a:r>
            <a:r>
              <a:rPr sz="1000" spc="-70" dirty="0">
                <a:latin typeface="Arial"/>
                <a:cs typeface="Arial"/>
              </a:rPr>
              <a:t> </a:t>
            </a:r>
            <a:r>
              <a:rPr sz="1000" dirty="0">
                <a:latin typeface="Arial"/>
                <a:cs typeface="Arial"/>
              </a:rPr>
              <a:t>Department.</a:t>
            </a:r>
            <a:endParaRPr sz="1000">
              <a:latin typeface="Arial"/>
              <a:cs typeface="Arial"/>
            </a:endParaRPr>
          </a:p>
        </p:txBody>
      </p:sp>
      <p:sp>
        <p:nvSpPr>
          <p:cNvPr id="4" name="object 4"/>
          <p:cNvSpPr/>
          <p:nvPr/>
        </p:nvSpPr>
        <p:spPr>
          <a:xfrm>
            <a:off x="4104271" y="106685"/>
            <a:ext cx="1142992" cy="609594"/>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3583428" y="1960777"/>
            <a:ext cx="1857375" cy="743585"/>
          </a:xfrm>
          <a:prstGeom prst="rect">
            <a:avLst/>
          </a:prstGeom>
        </p:spPr>
        <p:txBody>
          <a:bodyPr vert="horz" wrap="square" lIns="0" tIns="26670" rIns="0" bIns="0" rtlCol="0">
            <a:spAutoFit/>
          </a:bodyPr>
          <a:lstStyle/>
          <a:p>
            <a:pPr marL="12700" marR="5080">
              <a:lnSpc>
                <a:spcPts val="1110"/>
              </a:lnSpc>
              <a:spcBef>
                <a:spcPts val="210"/>
              </a:spcBef>
            </a:pPr>
            <a:r>
              <a:rPr sz="1000" dirty="0">
                <a:solidFill>
                  <a:srgbClr val="C69769"/>
                </a:solidFill>
                <a:latin typeface="Trebuchet MS"/>
                <a:cs typeface="Trebuchet MS"/>
              </a:rPr>
              <a:t>Stegenga </a:t>
            </a:r>
            <a:r>
              <a:rPr sz="1000" spc="305" dirty="0">
                <a:solidFill>
                  <a:srgbClr val="C69769"/>
                </a:solidFill>
                <a:latin typeface="Trebuchet MS"/>
                <a:cs typeface="Trebuchet MS"/>
              </a:rPr>
              <a:t>+ </a:t>
            </a:r>
            <a:r>
              <a:rPr sz="1000" spc="-40" dirty="0">
                <a:solidFill>
                  <a:srgbClr val="C69769"/>
                </a:solidFill>
                <a:latin typeface="Trebuchet MS"/>
                <a:cs typeface="Trebuchet MS"/>
              </a:rPr>
              <a:t>Partners </a:t>
            </a:r>
            <a:r>
              <a:rPr sz="1000" spc="-45" dirty="0">
                <a:latin typeface="Trebuchet MS"/>
                <a:cs typeface="Trebuchet MS"/>
              </a:rPr>
              <a:t>create  </a:t>
            </a:r>
            <a:r>
              <a:rPr sz="1000" dirty="0">
                <a:latin typeface="Trebuchet MS"/>
                <a:cs typeface="Trebuchet MS"/>
              </a:rPr>
              <a:t>design </a:t>
            </a:r>
            <a:r>
              <a:rPr sz="1000" spc="-20" dirty="0">
                <a:latin typeface="Trebuchet MS"/>
                <a:cs typeface="Trebuchet MS"/>
              </a:rPr>
              <a:t>solutions </a:t>
            </a:r>
            <a:r>
              <a:rPr sz="1000" spc="-60" dirty="0">
                <a:latin typeface="Trebuchet MS"/>
                <a:cs typeface="Trebuchet MS"/>
              </a:rPr>
              <a:t>that </a:t>
            </a:r>
            <a:r>
              <a:rPr sz="1000" spc="-30" dirty="0">
                <a:latin typeface="Trebuchet MS"/>
                <a:cs typeface="Trebuchet MS"/>
              </a:rPr>
              <a:t>connect </a:t>
            </a:r>
            <a:r>
              <a:rPr sz="1000" spc="40" dirty="0">
                <a:latin typeface="Trebuchet MS"/>
                <a:cs typeface="Trebuchet MS"/>
              </a:rPr>
              <a:t>a  </a:t>
            </a:r>
            <a:r>
              <a:rPr sz="1000" spc="-10" dirty="0">
                <a:latin typeface="Trebuchet MS"/>
                <a:cs typeface="Trebuchet MS"/>
              </a:rPr>
              <a:t>building’s purpose, </a:t>
            </a:r>
            <a:r>
              <a:rPr sz="1000" spc="-40" dirty="0">
                <a:latin typeface="Trebuchet MS"/>
                <a:cs typeface="Trebuchet MS"/>
              </a:rPr>
              <a:t>function,</a:t>
            </a:r>
            <a:r>
              <a:rPr sz="1000" spc="-65" dirty="0">
                <a:latin typeface="Trebuchet MS"/>
                <a:cs typeface="Trebuchet MS"/>
              </a:rPr>
              <a:t> </a:t>
            </a:r>
            <a:r>
              <a:rPr sz="1000" spc="20" dirty="0">
                <a:latin typeface="Trebuchet MS"/>
                <a:cs typeface="Trebuchet MS"/>
              </a:rPr>
              <a:t>and  </a:t>
            </a:r>
            <a:r>
              <a:rPr sz="1000" spc="-55" dirty="0">
                <a:latin typeface="Trebuchet MS"/>
                <a:cs typeface="Trebuchet MS"/>
              </a:rPr>
              <a:t>context; to </a:t>
            </a:r>
            <a:r>
              <a:rPr sz="1000" spc="5" dirty="0">
                <a:latin typeface="Trebuchet MS"/>
                <a:cs typeface="Trebuchet MS"/>
              </a:rPr>
              <a:t>engage, </a:t>
            </a:r>
            <a:r>
              <a:rPr sz="1000" spc="-25" dirty="0">
                <a:latin typeface="Trebuchet MS"/>
                <a:cs typeface="Trebuchet MS"/>
              </a:rPr>
              <a:t>inspire, </a:t>
            </a:r>
            <a:r>
              <a:rPr sz="1000" spc="20" dirty="0">
                <a:latin typeface="Trebuchet MS"/>
                <a:cs typeface="Trebuchet MS"/>
              </a:rPr>
              <a:t>and  </a:t>
            </a:r>
            <a:r>
              <a:rPr sz="1000" spc="-5" dirty="0">
                <a:latin typeface="Trebuchet MS"/>
                <a:cs typeface="Trebuchet MS"/>
              </a:rPr>
              <a:t>enhance </a:t>
            </a:r>
            <a:r>
              <a:rPr sz="1000" spc="-55" dirty="0">
                <a:latin typeface="Trebuchet MS"/>
                <a:cs typeface="Trebuchet MS"/>
              </a:rPr>
              <a:t>the </a:t>
            </a:r>
            <a:r>
              <a:rPr sz="1000" spc="15" dirty="0">
                <a:latin typeface="Trebuchet MS"/>
                <a:cs typeface="Trebuchet MS"/>
              </a:rPr>
              <a:t>human</a:t>
            </a:r>
            <a:r>
              <a:rPr sz="1000" spc="-15" dirty="0">
                <a:latin typeface="Trebuchet MS"/>
                <a:cs typeface="Trebuchet MS"/>
              </a:rPr>
              <a:t> </a:t>
            </a:r>
            <a:r>
              <a:rPr sz="1000" spc="-35" dirty="0">
                <a:latin typeface="Trebuchet MS"/>
                <a:cs typeface="Trebuchet MS"/>
              </a:rPr>
              <a:t>experience.</a:t>
            </a:r>
            <a:endParaRPr sz="1000">
              <a:latin typeface="Trebuchet MS"/>
              <a:cs typeface="Trebuchet MS"/>
            </a:endParaRPr>
          </a:p>
        </p:txBody>
      </p:sp>
      <p:sp>
        <p:nvSpPr>
          <p:cNvPr id="4" name="object 4"/>
          <p:cNvSpPr/>
          <p:nvPr/>
        </p:nvSpPr>
        <p:spPr>
          <a:xfrm>
            <a:off x="4579963" y="2850934"/>
            <a:ext cx="326137" cy="28346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512223" y="2751400"/>
            <a:ext cx="482530" cy="482528"/>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896967" y="2687868"/>
            <a:ext cx="609594" cy="603971"/>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4110583" y="2815881"/>
            <a:ext cx="353557" cy="353568"/>
          </a:xfrm>
          <a:prstGeom prst="rect">
            <a:avLst/>
          </a:prstGeom>
          <a:blipFill>
            <a:blip r:embed="rId6" cstate="print"/>
            <a:stretch>
              <a:fillRect/>
            </a:stretch>
          </a:blipFill>
        </p:spPr>
        <p:txBody>
          <a:bodyPr wrap="square" lIns="0" tIns="0" rIns="0" bIns="0" rtlCol="0"/>
          <a:lstStyle/>
          <a:p>
            <a:endParaRPr/>
          </a:p>
        </p:txBody>
      </p:sp>
      <p:sp>
        <p:nvSpPr>
          <p:cNvPr id="8" name="object 8"/>
          <p:cNvSpPr txBox="1"/>
          <p:nvPr/>
        </p:nvSpPr>
        <p:spPr>
          <a:xfrm>
            <a:off x="103306" y="3102446"/>
            <a:ext cx="840740" cy="132080"/>
          </a:xfrm>
          <a:prstGeom prst="rect">
            <a:avLst/>
          </a:prstGeom>
        </p:spPr>
        <p:txBody>
          <a:bodyPr vert="horz" wrap="square" lIns="0" tIns="12700" rIns="0" bIns="0" rtlCol="0">
            <a:spAutoFit/>
          </a:bodyPr>
          <a:lstStyle/>
          <a:p>
            <a:pPr marL="12700">
              <a:lnSpc>
                <a:spcPct val="100000"/>
              </a:lnSpc>
              <a:spcBef>
                <a:spcPts val="100"/>
              </a:spcBef>
            </a:pPr>
            <a:r>
              <a:rPr sz="700" spc="-5" dirty="0">
                <a:solidFill>
                  <a:srgbClr val="C69769"/>
                </a:solidFill>
                <a:latin typeface="Arial"/>
                <a:cs typeface="Arial"/>
                <a:hlinkClick r:id="rId7"/>
              </a:rPr>
              <a:t>www.snp-studio.com</a:t>
            </a:r>
            <a:endParaRPr sz="7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81" y="0"/>
            <a:ext cx="5851278" cy="3287484"/>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69618" y="63830"/>
            <a:ext cx="1444625" cy="147320"/>
          </a:xfrm>
          <a:prstGeom prst="rect">
            <a:avLst/>
          </a:prstGeom>
        </p:spPr>
        <p:txBody>
          <a:bodyPr vert="horz" wrap="square" lIns="0" tIns="12700" rIns="0" bIns="0" rtlCol="0">
            <a:spAutoFit/>
          </a:bodyPr>
          <a:lstStyle/>
          <a:p>
            <a:pPr marL="12700">
              <a:lnSpc>
                <a:spcPct val="100000"/>
              </a:lnSpc>
              <a:spcBef>
                <a:spcPts val="100"/>
              </a:spcBef>
            </a:pPr>
            <a:r>
              <a:rPr sz="800" spc="-20" dirty="0">
                <a:solidFill>
                  <a:srgbClr val="766227"/>
                </a:solidFill>
                <a:latin typeface="Trebuchet MS"/>
                <a:cs typeface="Trebuchet MS"/>
                <a:hlinkClick r:id="rId3"/>
              </a:rPr>
              <a:t>www.focusdesignconsulting.com</a:t>
            </a:r>
            <a:endParaRPr sz="800">
              <a:latin typeface="Trebuchet MS"/>
              <a:cs typeface="Trebuchet MS"/>
            </a:endParaRPr>
          </a:p>
        </p:txBody>
      </p:sp>
      <p:sp>
        <p:nvSpPr>
          <p:cNvPr id="4" name="object 4"/>
          <p:cNvSpPr txBox="1"/>
          <p:nvPr/>
        </p:nvSpPr>
        <p:spPr>
          <a:xfrm>
            <a:off x="3531617" y="445503"/>
            <a:ext cx="2280285" cy="984885"/>
          </a:xfrm>
          <a:prstGeom prst="rect">
            <a:avLst/>
          </a:prstGeom>
        </p:spPr>
        <p:txBody>
          <a:bodyPr vert="horz" wrap="square" lIns="0" tIns="12700" rIns="0" bIns="0" rtlCol="0">
            <a:spAutoFit/>
          </a:bodyPr>
          <a:lstStyle/>
          <a:p>
            <a:pPr marL="12700" marR="5080" algn="just">
              <a:lnSpc>
                <a:spcPct val="100000"/>
              </a:lnSpc>
              <a:spcBef>
                <a:spcPts val="100"/>
              </a:spcBef>
            </a:pPr>
            <a:r>
              <a:rPr sz="700" spc="-10" dirty="0">
                <a:solidFill>
                  <a:srgbClr val="766227"/>
                </a:solidFill>
                <a:latin typeface="Trebuchet MS"/>
                <a:cs typeface="Trebuchet MS"/>
              </a:rPr>
              <a:t>Focus </a:t>
            </a:r>
            <a:r>
              <a:rPr sz="700" spc="10" dirty="0">
                <a:solidFill>
                  <a:srgbClr val="766227"/>
                </a:solidFill>
                <a:latin typeface="Trebuchet MS"/>
                <a:cs typeface="Trebuchet MS"/>
              </a:rPr>
              <a:t>Design </a:t>
            </a:r>
            <a:r>
              <a:rPr sz="700" dirty="0">
                <a:solidFill>
                  <a:srgbClr val="766227"/>
                </a:solidFill>
                <a:latin typeface="Trebuchet MS"/>
                <a:cs typeface="Trebuchet MS"/>
              </a:rPr>
              <a:t>Consulting </a:t>
            </a:r>
            <a:r>
              <a:rPr sz="700" spc="-10" dirty="0">
                <a:latin typeface="Trebuchet MS"/>
                <a:cs typeface="Trebuchet MS"/>
              </a:rPr>
              <a:t>provides </a:t>
            </a:r>
            <a:r>
              <a:rPr sz="700" spc="-15" dirty="0">
                <a:latin typeface="Trebuchet MS"/>
                <a:cs typeface="Trebuchet MS"/>
              </a:rPr>
              <a:t>support in Accounting,  </a:t>
            </a:r>
            <a:r>
              <a:rPr sz="700" spc="10" dirty="0">
                <a:latin typeface="Trebuchet MS"/>
                <a:cs typeface="Trebuchet MS"/>
              </a:rPr>
              <a:t>Book </a:t>
            </a:r>
            <a:r>
              <a:rPr sz="700" spc="-10" dirty="0">
                <a:latin typeface="Trebuchet MS"/>
                <a:cs typeface="Trebuchet MS"/>
              </a:rPr>
              <a:t>keeping, </a:t>
            </a:r>
            <a:r>
              <a:rPr sz="700" spc="-5" dirty="0">
                <a:latin typeface="Trebuchet MS"/>
                <a:cs typeface="Trebuchet MS"/>
              </a:rPr>
              <a:t>Financial </a:t>
            </a:r>
            <a:r>
              <a:rPr sz="700" spc="15" dirty="0">
                <a:latin typeface="Trebuchet MS"/>
                <a:cs typeface="Trebuchet MS"/>
              </a:rPr>
              <a:t>and </a:t>
            </a:r>
            <a:r>
              <a:rPr sz="700" spc="-10" dirty="0">
                <a:latin typeface="Trebuchet MS"/>
                <a:cs typeface="Trebuchet MS"/>
              </a:rPr>
              <a:t>Budgetary </a:t>
            </a:r>
            <a:r>
              <a:rPr sz="700" spc="-20" dirty="0">
                <a:latin typeface="Trebuchet MS"/>
                <a:cs typeface="Trebuchet MS"/>
              </a:rPr>
              <a:t>control, </a:t>
            </a:r>
            <a:r>
              <a:rPr sz="700" spc="-50" dirty="0">
                <a:latin typeface="Trebuchet MS"/>
                <a:cs typeface="Trebuchet MS"/>
              </a:rPr>
              <a:t>Tax  </a:t>
            </a:r>
            <a:r>
              <a:rPr sz="700" spc="-10" dirty="0">
                <a:latin typeface="Trebuchet MS"/>
                <a:cs typeface="Trebuchet MS"/>
              </a:rPr>
              <a:t>Planning, Marketing, </a:t>
            </a:r>
            <a:r>
              <a:rPr sz="700" dirty="0">
                <a:latin typeface="Trebuchet MS"/>
                <a:cs typeface="Trebuchet MS"/>
              </a:rPr>
              <a:t>Design, </a:t>
            </a:r>
            <a:r>
              <a:rPr sz="700" spc="-25" dirty="0">
                <a:latin typeface="Trebuchet MS"/>
                <a:cs typeface="Trebuchet MS"/>
              </a:rPr>
              <a:t>Software </a:t>
            </a:r>
            <a:r>
              <a:rPr sz="700" spc="-10" dirty="0">
                <a:latin typeface="Trebuchet MS"/>
                <a:cs typeface="Trebuchet MS"/>
              </a:rPr>
              <a:t>Development </a:t>
            </a:r>
            <a:r>
              <a:rPr sz="700" spc="15" dirty="0">
                <a:latin typeface="Trebuchet MS"/>
                <a:cs typeface="Trebuchet MS"/>
              </a:rPr>
              <a:t>and  </a:t>
            </a:r>
            <a:r>
              <a:rPr sz="700" spc="-20" dirty="0">
                <a:latin typeface="Trebuchet MS"/>
                <a:cs typeface="Trebuchet MS"/>
              </a:rPr>
              <a:t>Integration, Technology </a:t>
            </a:r>
            <a:r>
              <a:rPr sz="700" spc="-30" dirty="0">
                <a:latin typeface="Trebuchet MS"/>
                <a:cs typeface="Trebuchet MS"/>
              </a:rPr>
              <a:t>Infrastructure </a:t>
            </a:r>
            <a:r>
              <a:rPr sz="700" spc="10" dirty="0">
                <a:latin typeface="Trebuchet MS"/>
                <a:cs typeface="Trebuchet MS"/>
              </a:rPr>
              <a:t>Design </a:t>
            </a:r>
            <a:r>
              <a:rPr sz="700" spc="15" dirty="0">
                <a:latin typeface="Trebuchet MS"/>
                <a:cs typeface="Trebuchet MS"/>
              </a:rPr>
              <a:t>and </a:t>
            </a:r>
            <a:r>
              <a:rPr sz="700" spc="-10" dirty="0">
                <a:latin typeface="Trebuchet MS"/>
                <a:cs typeface="Trebuchet MS"/>
              </a:rPr>
              <a:t>Hosting,  </a:t>
            </a:r>
            <a:r>
              <a:rPr sz="700" dirty="0">
                <a:latin typeface="Trebuchet MS"/>
                <a:cs typeface="Trebuchet MS"/>
              </a:rPr>
              <a:t>Hardware </a:t>
            </a:r>
            <a:r>
              <a:rPr sz="700" spc="-15" dirty="0">
                <a:latin typeface="Trebuchet MS"/>
                <a:cs typeface="Trebuchet MS"/>
              </a:rPr>
              <a:t>Support, </a:t>
            </a:r>
            <a:r>
              <a:rPr sz="700" spc="-5" dirty="0">
                <a:latin typeface="Trebuchet MS"/>
                <a:cs typeface="Trebuchet MS"/>
              </a:rPr>
              <a:t>Web </a:t>
            </a:r>
            <a:r>
              <a:rPr sz="700" spc="-15" dirty="0">
                <a:latin typeface="Trebuchet MS"/>
                <a:cs typeface="Trebuchet MS"/>
              </a:rPr>
              <a:t>Development, </a:t>
            </a:r>
            <a:r>
              <a:rPr sz="700" spc="-5" dirty="0">
                <a:latin typeface="Trebuchet MS"/>
                <a:cs typeface="Trebuchet MS"/>
              </a:rPr>
              <a:t>Web Control </a:t>
            </a:r>
            <a:r>
              <a:rPr sz="700" spc="15" dirty="0">
                <a:latin typeface="Trebuchet MS"/>
                <a:cs typeface="Trebuchet MS"/>
              </a:rPr>
              <a:t>and  </a:t>
            </a:r>
            <a:r>
              <a:rPr sz="700" spc="-5" dirty="0">
                <a:latin typeface="Trebuchet MS"/>
                <a:cs typeface="Trebuchet MS"/>
              </a:rPr>
              <a:t>Maintenance, </a:t>
            </a:r>
            <a:r>
              <a:rPr sz="700" spc="-30" dirty="0">
                <a:latin typeface="Trebuchet MS"/>
                <a:cs typeface="Trebuchet MS"/>
              </a:rPr>
              <a:t>Architect </a:t>
            </a:r>
            <a:r>
              <a:rPr sz="700" spc="5" dirty="0">
                <a:latin typeface="Trebuchet MS"/>
                <a:cs typeface="Trebuchet MS"/>
              </a:rPr>
              <a:t>Design, </a:t>
            </a:r>
            <a:r>
              <a:rPr sz="700" spc="10" dirty="0">
                <a:latin typeface="Trebuchet MS"/>
                <a:cs typeface="Trebuchet MS"/>
              </a:rPr>
              <a:t>Data </a:t>
            </a:r>
            <a:r>
              <a:rPr sz="700" spc="-5" dirty="0">
                <a:latin typeface="Trebuchet MS"/>
                <a:cs typeface="Trebuchet MS"/>
              </a:rPr>
              <a:t>analysis, Legal  </a:t>
            </a:r>
            <a:r>
              <a:rPr sz="700" spc="-15" dirty="0">
                <a:latin typeface="Trebuchet MS"/>
                <a:cs typeface="Trebuchet MS"/>
              </a:rPr>
              <a:t>work, </a:t>
            </a:r>
            <a:r>
              <a:rPr sz="700" spc="-25" dirty="0">
                <a:latin typeface="Trebuchet MS"/>
                <a:cs typeface="Trebuchet MS"/>
              </a:rPr>
              <a:t>Security </a:t>
            </a:r>
            <a:r>
              <a:rPr sz="700" spc="5" dirty="0">
                <a:latin typeface="Trebuchet MS"/>
                <a:cs typeface="Trebuchet MS"/>
              </a:rPr>
              <a:t>Oversight </a:t>
            </a:r>
            <a:r>
              <a:rPr sz="700" spc="20" dirty="0">
                <a:latin typeface="Trebuchet MS"/>
                <a:cs typeface="Trebuchet MS"/>
              </a:rPr>
              <a:t>and </a:t>
            </a:r>
            <a:r>
              <a:rPr sz="700" spc="5" dirty="0">
                <a:latin typeface="Trebuchet MS"/>
                <a:cs typeface="Trebuchet MS"/>
              </a:rPr>
              <a:t>Monitoring </a:t>
            </a:r>
            <a:r>
              <a:rPr sz="700" spc="20" dirty="0">
                <a:latin typeface="Trebuchet MS"/>
                <a:cs typeface="Trebuchet MS"/>
              </a:rPr>
              <a:t>and </a:t>
            </a:r>
            <a:r>
              <a:rPr sz="700" spc="-20" dirty="0">
                <a:latin typeface="Trebuchet MS"/>
                <a:cs typeface="Trebuchet MS"/>
              </a:rPr>
              <a:t>other  </a:t>
            </a:r>
            <a:r>
              <a:rPr sz="700" spc="20" dirty="0">
                <a:latin typeface="Trebuchet MS"/>
                <a:cs typeface="Trebuchet MS"/>
              </a:rPr>
              <a:t>A</a:t>
            </a:r>
            <a:r>
              <a:rPr sz="700" spc="-120" dirty="0">
                <a:latin typeface="Trebuchet MS"/>
                <a:cs typeface="Trebuchet MS"/>
              </a:rPr>
              <a:t> </a:t>
            </a:r>
            <a:r>
              <a:rPr sz="700" spc="10" dirty="0">
                <a:latin typeface="Trebuchet MS"/>
                <a:cs typeface="Trebuchet MS"/>
              </a:rPr>
              <a:t>d</a:t>
            </a:r>
            <a:r>
              <a:rPr sz="700" spc="-120" dirty="0">
                <a:latin typeface="Trebuchet MS"/>
                <a:cs typeface="Trebuchet MS"/>
              </a:rPr>
              <a:t> </a:t>
            </a:r>
            <a:r>
              <a:rPr sz="700" spc="10" dirty="0">
                <a:latin typeface="Trebuchet MS"/>
                <a:cs typeface="Trebuchet MS"/>
              </a:rPr>
              <a:t>m</a:t>
            </a:r>
            <a:r>
              <a:rPr sz="700" spc="-120" dirty="0">
                <a:latin typeface="Trebuchet MS"/>
                <a:cs typeface="Trebuchet MS"/>
              </a:rPr>
              <a:t> </a:t>
            </a:r>
            <a:r>
              <a:rPr sz="700" spc="-35" dirty="0">
                <a:latin typeface="Trebuchet MS"/>
                <a:cs typeface="Trebuchet MS"/>
              </a:rPr>
              <a:t>i</a:t>
            </a:r>
            <a:r>
              <a:rPr sz="700" spc="-120" dirty="0">
                <a:latin typeface="Trebuchet MS"/>
                <a:cs typeface="Trebuchet MS"/>
              </a:rPr>
              <a:t> </a:t>
            </a:r>
            <a:r>
              <a:rPr sz="700" spc="5" dirty="0">
                <a:latin typeface="Trebuchet MS"/>
                <a:cs typeface="Trebuchet MS"/>
              </a:rPr>
              <a:t>n</a:t>
            </a:r>
            <a:r>
              <a:rPr sz="700" spc="-120" dirty="0">
                <a:latin typeface="Trebuchet MS"/>
                <a:cs typeface="Trebuchet MS"/>
              </a:rPr>
              <a:t> </a:t>
            </a:r>
            <a:r>
              <a:rPr sz="700" spc="-35" dirty="0">
                <a:latin typeface="Trebuchet MS"/>
                <a:cs typeface="Trebuchet MS"/>
              </a:rPr>
              <a:t>i</a:t>
            </a:r>
            <a:r>
              <a:rPr sz="700" spc="-120" dirty="0">
                <a:latin typeface="Trebuchet MS"/>
                <a:cs typeface="Trebuchet MS"/>
              </a:rPr>
              <a:t> </a:t>
            </a:r>
            <a:r>
              <a:rPr sz="700" dirty="0">
                <a:latin typeface="Trebuchet MS"/>
                <a:cs typeface="Trebuchet MS"/>
              </a:rPr>
              <a:t>s</a:t>
            </a:r>
            <a:r>
              <a:rPr sz="700" spc="-120" dirty="0">
                <a:latin typeface="Trebuchet MS"/>
                <a:cs typeface="Trebuchet MS"/>
              </a:rPr>
              <a:t> </a:t>
            </a:r>
            <a:r>
              <a:rPr sz="700" spc="-100" dirty="0">
                <a:latin typeface="Trebuchet MS"/>
                <a:cs typeface="Trebuchet MS"/>
              </a:rPr>
              <a:t>t</a:t>
            </a:r>
            <a:r>
              <a:rPr sz="700" spc="-120" dirty="0">
                <a:latin typeface="Trebuchet MS"/>
                <a:cs typeface="Trebuchet MS"/>
              </a:rPr>
              <a:t> </a:t>
            </a:r>
            <a:r>
              <a:rPr sz="700" spc="-30" dirty="0">
                <a:latin typeface="Trebuchet MS"/>
                <a:cs typeface="Trebuchet MS"/>
              </a:rPr>
              <a:t>r</a:t>
            </a:r>
            <a:r>
              <a:rPr sz="700" spc="-120" dirty="0">
                <a:latin typeface="Trebuchet MS"/>
                <a:cs typeface="Trebuchet MS"/>
              </a:rPr>
              <a:t> </a:t>
            </a:r>
            <a:r>
              <a:rPr sz="700" spc="30" dirty="0">
                <a:latin typeface="Trebuchet MS"/>
                <a:cs typeface="Trebuchet MS"/>
              </a:rPr>
              <a:t>a</a:t>
            </a:r>
            <a:r>
              <a:rPr sz="700" spc="-120" dirty="0">
                <a:latin typeface="Trebuchet MS"/>
                <a:cs typeface="Trebuchet MS"/>
              </a:rPr>
              <a:t> </a:t>
            </a:r>
            <a:r>
              <a:rPr sz="700" spc="-100" dirty="0">
                <a:latin typeface="Trebuchet MS"/>
                <a:cs typeface="Trebuchet MS"/>
              </a:rPr>
              <a:t>t</a:t>
            </a:r>
            <a:r>
              <a:rPr sz="700" spc="-120" dirty="0">
                <a:latin typeface="Trebuchet MS"/>
                <a:cs typeface="Trebuchet MS"/>
              </a:rPr>
              <a:t> </a:t>
            </a:r>
            <a:r>
              <a:rPr sz="700" spc="-35" dirty="0">
                <a:latin typeface="Trebuchet MS"/>
                <a:cs typeface="Trebuchet MS"/>
              </a:rPr>
              <a:t>i</a:t>
            </a:r>
            <a:r>
              <a:rPr sz="700" spc="-120" dirty="0">
                <a:latin typeface="Trebuchet MS"/>
                <a:cs typeface="Trebuchet MS"/>
              </a:rPr>
              <a:t> </a:t>
            </a:r>
            <a:r>
              <a:rPr sz="700" spc="-30" dirty="0">
                <a:latin typeface="Trebuchet MS"/>
                <a:cs typeface="Trebuchet MS"/>
              </a:rPr>
              <a:t>v</a:t>
            </a:r>
            <a:r>
              <a:rPr sz="700" spc="-114" dirty="0">
                <a:latin typeface="Trebuchet MS"/>
                <a:cs typeface="Trebuchet MS"/>
              </a:rPr>
              <a:t> </a:t>
            </a:r>
            <a:r>
              <a:rPr sz="700" spc="-25" dirty="0">
                <a:latin typeface="Trebuchet MS"/>
                <a:cs typeface="Trebuchet MS"/>
              </a:rPr>
              <a:t>e</a:t>
            </a:r>
            <a:r>
              <a:rPr sz="700" spc="25" dirty="0">
                <a:latin typeface="Trebuchet MS"/>
                <a:cs typeface="Trebuchet MS"/>
              </a:rPr>
              <a:t> </a:t>
            </a:r>
            <a:r>
              <a:rPr sz="700" spc="20" dirty="0">
                <a:latin typeface="Trebuchet MS"/>
                <a:cs typeface="Trebuchet MS"/>
              </a:rPr>
              <a:t>A</a:t>
            </a:r>
            <a:r>
              <a:rPr sz="700" spc="-120" dirty="0">
                <a:latin typeface="Trebuchet MS"/>
                <a:cs typeface="Trebuchet MS"/>
              </a:rPr>
              <a:t> </a:t>
            </a:r>
            <a:r>
              <a:rPr sz="700" spc="-35" dirty="0">
                <a:latin typeface="Trebuchet MS"/>
                <a:cs typeface="Trebuchet MS"/>
              </a:rPr>
              <a:t>c</a:t>
            </a:r>
            <a:r>
              <a:rPr sz="700" spc="-120" dirty="0">
                <a:latin typeface="Trebuchet MS"/>
                <a:cs typeface="Trebuchet MS"/>
              </a:rPr>
              <a:t> </a:t>
            </a:r>
            <a:r>
              <a:rPr sz="700" spc="-100" dirty="0">
                <a:latin typeface="Trebuchet MS"/>
                <a:cs typeface="Trebuchet MS"/>
              </a:rPr>
              <a:t>t</a:t>
            </a:r>
            <a:r>
              <a:rPr sz="700" spc="-120" dirty="0">
                <a:latin typeface="Trebuchet MS"/>
                <a:cs typeface="Trebuchet MS"/>
              </a:rPr>
              <a:t> </a:t>
            </a:r>
            <a:r>
              <a:rPr sz="700" spc="-35" dirty="0">
                <a:latin typeface="Trebuchet MS"/>
                <a:cs typeface="Trebuchet MS"/>
              </a:rPr>
              <a:t>i</a:t>
            </a:r>
            <a:r>
              <a:rPr sz="700" spc="-120" dirty="0">
                <a:latin typeface="Trebuchet MS"/>
                <a:cs typeface="Trebuchet MS"/>
              </a:rPr>
              <a:t> </a:t>
            </a:r>
            <a:r>
              <a:rPr sz="700" spc="-30" dirty="0">
                <a:latin typeface="Trebuchet MS"/>
                <a:cs typeface="Trebuchet MS"/>
              </a:rPr>
              <a:t>v</a:t>
            </a:r>
            <a:r>
              <a:rPr sz="700" spc="-114" dirty="0">
                <a:latin typeface="Trebuchet MS"/>
                <a:cs typeface="Trebuchet MS"/>
              </a:rPr>
              <a:t> </a:t>
            </a:r>
            <a:r>
              <a:rPr sz="700" spc="-35" dirty="0">
                <a:latin typeface="Trebuchet MS"/>
                <a:cs typeface="Trebuchet MS"/>
              </a:rPr>
              <a:t>i</a:t>
            </a:r>
            <a:r>
              <a:rPr sz="700" spc="-120" dirty="0">
                <a:latin typeface="Trebuchet MS"/>
                <a:cs typeface="Trebuchet MS"/>
              </a:rPr>
              <a:t> </a:t>
            </a:r>
            <a:r>
              <a:rPr sz="700" spc="-100" dirty="0">
                <a:latin typeface="Trebuchet MS"/>
                <a:cs typeface="Trebuchet MS"/>
              </a:rPr>
              <a:t>t</a:t>
            </a:r>
            <a:r>
              <a:rPr sz="700" spc="-120" dirty="0">
                <a:latin typeface="Trebuchet MS"/>
                <a:cs typeface="Trebuchet MS"/>
              </a:rPr>
              <a:t> </a:t>
            </a:r>
            <a:r>
              <a:rPr sz="700" spc="-35" dirty="0">
                <a:latin typeface="Trebuchet MS"/>
                <a:cs typeface="Trebuchet MS"/>
              </a:rPr>
              <a:t>i</a:t>
            </a:r>
            <a:r>
              <a:rPr sz="700" spc="-120" dirty="0">
                <a:latin typeface="Trebuchet MS"/>
                <a:cs typeface="Trebuchet MS"/>
              </a:rPr>
              <a:t> </a:t>
            </a:r>
            <a:r>
              <a:rPr sz="700" spc="-25" dirty="0">
                <a:latin typeface="Trebuchet MS"/>
                <a:cs typeface="Trebuchet MS"/>
              </a:rPr>
              <a:t>e</a:t>
            </a:r>
            <a:r>
              <a:rPr sz="700" spc="-120" dirty="0">
                <a:latin typeface="Trebuchet MS"/>
                <a:cs typeface="Trebuchet MS"/>
              </a:rPr>
              <a:t> </a:t>
            </a:r>
            <a:r>
              <a:rPr sz="700" dirty="0">
                <a:latin typeface="Trebuchet MS"/>
                <a:cs typeface="Trebuchet MS"/>
              </a:rPr>
              <a:t>s</a:t>
            </a:r>
            <a:r>
              <a:rPr sz="700" spc="190" dirty="0">
                <a:latin typeface="Trebuchet MS"/>
                <a:cs typeface="Trebuchet MS"/>
              </a:rPr>
              <a:t> </a:t>
            </a:r>
            <a:r>
              <a:rPr sz="700" spc="-60" dirty="0">
                <a:latin typeface="Trebuchet MS"/>
                <a:cs typeface="Trebuchet MS"/>
              </a:rPr>
              <a:t>f</a:t>
            </a:r>
            <a:r>
              <a:rPr sz="700" spc="-120" dirty="0">
                <a:latin typeface="Trebuchet MS"/>
                <a:cs typeface="Trebuchet MS"/>
              </a:rPr>
              <a:t> </a:t>
            </a:r>
            <a:r>
              <a:rPr sz="700" spc="20" dirty="0">
                <a:latin typeface="Trebuchet MS"/>
                <a:cs typeface="Trebuchet MS"/>
              </a:rPr>
              <a:t>o</a:t>
            </a:r>
            <a:r>
              <a:rPr sz="700" spc="-120" dirty="0">
                <a:latin typeface="Trebuchet MS"/>
                <a:cs typeface="Trebuchet MS"/>
              </a:rPr>
              <a:t> </a:t>
            </a:r>
            <a:r>
              <a:rPr sz="700" spc="-30" dirty="0">
                <a:latin typeface="Trebuchet MS"/>
                <a:cs typeface="Trebuchet MS"/>
              </a:rPr>
              <a:t>r</a:t>
            </a:r>
            <a:r>
              <a:rPr sz="700" spc="35" dirty="0">
                <a:latin typeface="Trebuchet MS"/>
                <a:cs typeface="Trebuchet MS"/>
              </a:rPr>
              <a:t> </a:t>
            </a:r>
            <a:r>
              <a:rPr sz="700" spc="85" dirty="0">
                <a:latin typeface="Trebuchet MS"/>
                <a:cs typeface="Trebuchet MS"/>
              </a:rPr>
              <a:t>C</a:t>
            </a:r>
            <a:r>
              <a:rPr sz="700" spc="-120" dirty="0">
                <a:latin typeface="Trebuchet MS"/>
                <a:cs typeface="Trebuchet MS"/>
              </a:rPr>
              <a:t> </a:t>
            </a:r>
            <a:r>
              <a:rPr sz="700" spc="-40" dirty="0">
                <a:latin typeface="Trebuchet MS"/>
                <a:cs typeface="Trebuchet MS"/>
              </a:rPr>
              <a:t>l</a:t>
            </a:r>
            <a:r>
              <a:rPr sz="700" spc="-120" dirty="0">
                <a:latin typeface="Trebuchet MS"/>
                <a:cs typeface="Trebuchet MS"/>
              </a:rPr>
              <a:t> </a:t>
            </a:r>
            <a:r>
              <a:rPr sz="700" spc="-35" dirty="0">
                <a:latin typeface="Trebuchet MS"/>
                <a:cs typeface="Trebuchet MS"/>
              </a:rPr>
              <a:t>i</a:t>
            </a:r>
            <a:r>
              <a:rPr sz="700" spc="-120" dirty="0">
                <a:latin typeface="Trebuchet MS"/>
                <a:cs typeface="Trebuchet MS"/>
              </a:rPr>
              <a:t> </a:t>
            </a:r>
            <a:r>
              <a:rPr sz="700" spc="-25" dirty="0">
                <a:latin typeface="Trebuchet MS"/>
                <a:cs typeface="Trebuchet MS"/>
              </a:rPr>
              <a:t>e</a:t>
            </a:r>
            <a:r>
              <a:rPr sz="700" spc="-114" dirty="0">
                <a:latin typeface="Trebuchet MS"/>
                <a:cs typeface="Trebuchet MS"/>
              </a:rPr>
              <a:t> </a:t>
            </a:r>
            <a:r>
              <a:rPr sz="700" spc="5" dirty="0">
                <a:latin typeface="Trebuchet MS"/>
                <a:cs typeface="Trebuchet MS"/>
              </a:rPr>
              <a:t>n</a:t>
            </a:r>
            <a:r>
              <a:rPr sz="700" spc="-120" dirty="0">
                <a:latin typeface="Trebuchet MS"/>
                <a:cs typeface="Trebuchet MS"/>
              </a:rPr>
              <a:t> </a:t>
            </a:r>
            <a:r>
              <a:rPr sz="700" spc="-100" dirty="0">
                <a:latin typeface="Trebuchet MS"/>
                <a:cs typeface="Trebuchet MS"/>
              </a:rPr>
              <a:t>t</a:t>
            </a:r>
            <a:r>
              <a:rPr sz="700" spc="-120" dirty="0">
                <a:latin typeface="Trebuchet MS"/>
                <a:cs typeface="Trebuchet MS"/>
              </a:rPr>
              <a:t> </a:t>
            </a:r>
            <a:r>
              <a:rPr sz="700" dirty="0">
                <a:latin typeface="Trebuchet MS"/>
                <a:cs typeface="Trebuchet MS"/>
              </a:rPr>
              <a:t>s</a:t>
            </a:r>
            <a:r>
              <a:rPr sz="700" spc="185" dirty="0">
                <a:latin typeface="Trebuchet MS"/>
                <a:cs typeface="Trebuchet MS"/>
              </a:rPr>
              <a:t> </a:t>
            </a:r>
            <a:r>
              <a:rPr sz="700" spc="-40" dirty="0">
                <a:latin typeface="Trebuchet MS"/>
                <a:cs typeface="Trebuchet MS"/>
              </a:rPr>
              <a:t>l</a:t>
            </a:r>
            <a:r>
              <a:rPr sz="700" spc="-114" dirty="0">
                <a:latin typeface="Trebuchet MS"/>
                <a:cs typeface="Trebuchet MS"/>
              </a:rPr>
              <a:t> </a:t>
            </a:r>
            <a:r>
              <a:rPr sz="700" spc="20" dirty="0">
                <a:latin typeface="Trebuchet MS"/>
                <a:cs typeface="Trebuchet MS"/>
              </a:rPr>
              <a:t>o</a:t>
            </a:r>
            <a:r>
              <a:rPr sz="700" spc="-120" dirty="0">
                <a:latin typeface="Trebuchet MS"/>
                <a:cs typeface="Trebuchet MS"/>
              </a:rPr>
              <a:t> </a:t>
            </a:r>
            <a:r>
              <a:rPr sz="700" spc="-35" dirty="0">
                <a:latin typeface="Trebuchet MS"/>
                <a:cs typeface="Trebuchet MS"/>
              </a:rPr>
              <a:t>c</a:t>
            </a:r>
            <a:r>
              <a:rPr sz="700" spc="-120" dirty="0">
                <a:latin typeface="Trebuchet MS"/>
                <a:cs typeface="Trebuchet MS"/>
              </a:rPr>
              <a:t> </a:t>
            </a:r>
            <a:r>
              <a:rPr sz="700" spc="30" dirty="0">
                <a:latin typeface="Trebuchet MS"/>
                <a:cs typeface="Trebuchet MS"/>
              </a:rPr>
              <a:t>a</a:t>
            </a:r>
            <a:r>
              <a:rPr sz="700" spc="-120" dirty="0">
                <a:latin typeface="Trebuchet MS"/>
                <a:cs typeface="Trebuchet MS"/>
              </a:rPr>
              <a:t> </a:t>
            </a:r>
            <a:r>
              <a:rPr sz="700" spc="-100" dirty="0">
                <a:latin typeface="Trebuchet MS"/>
                <a:cs typeface="Trebuchet MS"/>
              </a:rPr>
              <a:t>t</a:t>
            </a:r>
            <a:r>
              <a:rPr sz="700" spc="-120" dirty="0">
                <a:latin typeface="Trebuchet MS"/>
                <a:cs typeface="Trebuchet MS"/>
              </a:rPr>
              <a:t> </a:t>
            </a:r>
            <a:r>
              <a:rPr sz="700" spc="-25" dirty="0">
                <a:latin typeface="Trebuchet MS"/>
                <a:cs typeface="Trebuchet MS"/>
              </a:rPr>
              <a:t>e</a:t>
            </a:r>
            <a:r>
              <a:rPr sz="700" spc="-120" dirty="0">
                <a:latin typeface="Trebuchet MS"/>
                <a:cs typeface="Trebuchet MS"/>
              </a:rPr>
              <a:t> </a:t>
            </a:r>
            <a:r>
              <a:rPr sz="700" spc="10" dirty="0">
                <a:latin typeface="Trebuchet MS"/>
                <a:cs typeface="Trebuchet MS"/>
              </a:rPr>
              <a:t>d  </a:t>
            </a:r>
            <a:r>
              <a:rPr sz="700" dirty="0">
                <a:latin typeface="Trebuchet MS"/>
                <a:cs typeface="Trebuchet MS"/>
              </a:rPr>
              <a:t>On-site </a:t>
            </a:r>
            <a:r>
              <a:rPr sz="700" spc="15" dirty="0">
                <a:latin typeface="Trebuchet MS"/>
                <a:cs typeface="Trebuchet MS"/>
              </a:rPr>
              <a:t>and</a:t>
            </a:r>
            <a:r>
              <a:rPr sz="700" spc="-15" dirty="0">
                <a:latin typeface="Trebuchet MS"/>
                <a:cs typeface="Trebuchet MS"/>
              </a:rPr>
              <a:t> </a:t>
            </a:r>
            <a:r>
              <a:rPr sz="700" spc="-20" dirty="0">
                <a:latin typeface="Trebuchet MS"/>
                <a:cs typeface="Trebuchet MS"/>
              </a:rPr>
              <a:t>Off-site.</a:t>
            </a:r>
            <a:endParaRPr sz="700">
              <a:latin typeface="Trebuchet MS"/>
              <a:cs typeface="Trebuchet MS"/>
            </a:endParaRPr>
          </a:p>
        </p:txBody>
      </p:sp>
      <p:sp>
        <p:nvSpPr>
          <p:cNvPr id="5" name="object 5"/>
          <p:cNvSpPr/>
          <p:nvPr/>
        </p:nvSpPr>
        <p:spPr>
          <a:xfrm>
            <a:off x="4485132" y="101725"/>
            <a:ext cx="326137" cy="266904"/>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802123" y="0"/>
            <a:ext cx="609594" cy="522173"/>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4015740" y="68723"/>
            <a:ext cx="353567" cy="332901"/>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11398" y="1806118"/>
            <a:ext cx="2285365" cy="847725"/>
          </a:xfrm>
          <a:prstGeom prst="rect">
            <a:avLst/>
          </a:prstGeom>
        </p:spPr>
        <p:txBody>
          <a:bodyPr vert="horz" wrap="square" lIns="0" tIns="12700" rIns="0" bIns="0" rtlCol="0">
            <a:spAutoFit/>
          </a:bodyPr>
          <a:lstStyle/>
          <a:p>
            <a:pPr marL="12700" marR="5080" algn="just">
              <a:lnSpc>
                <a:spcPct val="100000"/>
              </a:lnSpc>
              <a:spcBef>
                <a:spcPts val="100"/>
              </a:spcBef>
            </a:pPr>
            <a:r>
              <a:rPr sz="900" spc="-5" dirty="0">
                <a:solidFill>
                  <a:srgbClr val="4DAE4F"/>
                </a:solidFill>
                <a:latin typeface="Trebuchet MS"/>
                <a:cs typeface="Trebuchet MS"/>
              </a:rPr>
              <a:t>FX </a:t>
            </a:r>
            <a:r>
              <a:rPr sz="900" spc="10" dirty="0">
                <a:solidFill>
                  <a:srgbClr val="4DAE4F"/>
                </a:solidFill>
                <a:latin typeface="Trebuchet MS"/>
                <a:cs typeface="Trebuchet MS"/>
              </a:rPr>
              <a:t>master </a:t>
            </a:r>
            <a:r>
              <a:rPr sz="900" dirty="0">
                <a:latin typeface="Trebuchet MS"/>
                <a:cs typeface="Trebuchet MS"/>
              </a:rPr>
              <a:t>is </a:t>
            </a:r>
            <a:r>
              <a:rPr sz="900" spc="35" dirty="0">
                <a:latin typeface="Trebuchet MS"/>
                <a:cs typeface="Trebuchet MS"/>
              </a:rPr>
              <a:t>a </a:t>
            </a:r>
            <a:r>
              <a:rPr sz="900" spc="-5" dirty="0">
                <a:latin typeface="Trebuchet MS"/>
                <a:cs typeface="Trebuchet MS"/>
              </a:rPr>
              <a:t>forex </a:t>
            </a:r>
            <a:r>
              <a:rPr sz="900" spc="20" dirty="0">
                <a:latin typeface="Trebuchet MS"/>
                <a:cs typeface="Trebuchet MS"/>
              </a:rPr>
              <a:t>trading </a:t>
            </a:r>
            <a:r>
              <a:rPr sz="900" spc="25" dirty="0">
                <a:latin typeface="Trebuchet MS"/>
                <a:cs typeface="Trebuchet MS"/>
              </a:rPr>
              <a:t>analysis  </a:t>
            </a:r>
            <a:r>
              <a:rPr sz="900" spc="-15" dirty="0">
                <a:latin typeface="Trebuchet MS"/>
                <a:cs typeface="Trebuchet MS"/>
              </a:rPr>
              <a:t>application </a:t>
            </a:r>
            <a:r>
              <a:rPr sz="900" spc="-25" dirty="0">
                <a:latin typeface="Trebuchet MS"/>
                <a:cs typeface="Trebuchet MS"/>
              </a:rPr>
              <a:t>platform which </a:t>
            </a:r>
            <a:r>
              <a:rPr sz="900" spc="-10" dirty="0">
                <a:latin typeface="Trebuchet MS"/>
                <a:cs typeface="Trebuchet MS"/>
              </a:rPr>
              <a:t>provides </a:t>
            </a:r>
            <a:r>
              <a:rPr sz="900" spc="-15" dirty="0">
                <a:latin typeface="Trebuchet MS"/>
                <a:cs typeface="Trebuchet MS"/>
              </a:rPr>
              <a:t>trading  </a:t>
            </a:r>
            <a:r>
              <a:rPr sz="900" dirty="0">
                <a:latin typeface="Trebuchet MS"/>
                <a:cs typeface="Trebuchet MS"/>
              </a:rPr>
              <a:t>signals </a:t>
            </a:r>
            <a:r>
              <a:rPr sz="900" spc="-50" dirty="0">
                <a:latin typeface="Trebuchet MS"/>
                <a:cs typeface="Trebuchet MS"/>
              </a:rPr>
              <a:t>to </a:t>
            </a:r>
            <a:r>
              <a:rPr sz="900" spc="-15" dirty="0">
                <a:latin typeface="Trebuchet MS"/>
                <a:cs typeface="Trebuchet MS"/>
              </a:rPr>
              <a:t>susbcribers </a:t>
            </a:r>
            <a:r>
              <a:rPr sz="900" spc="-35" dirty="0">
                <a:latin typeface="Trebuchet MS"/>
                <a:cs typeface="Trebuchet MS"/>
              </a:rPr>
              <a:t>&amp; </a:t>
            </a:r>
            <a:r>
              <a:rPr sz="900" spc="20" dirty="0">
                <a:latin typeface="Trebuchet MS"/>
                <a:cs typeface="Trebuchet MS"/>
              </a:rPr>
              <a:t>app </a:t>
            </a:r>
            <a:r>
              <a:rPr sz="900" spc="-30" dirty="0">
                <a:latin typeface="Trebuchet MS"/>
                <a:cs typeface="Trebuchet MS"/>
              </a:rPr>
              <a:t>users.Kickstart  </a:t>
            </a:r>
            <a:r>
              <a:rPr sz="900" spc="-15" dirty="0">
                <a:latin typeface="Trebuchet MS"/>
                <a:cs typeface="Trebuchet MS"/>
              </a:rPr>
              <a:t>Solutions developed </a:t>
            </a:r>
            <a:r>
              <a:rPr sz="900" spc="-50" dirty="0">
                <a:latin typeface="Trebuchet MS"/>
                <a:cs typeface="Trebuchet MS"/>
              </a:rPr>
              <a:t>the </a:t>
            </a:r>
            <a:r>
              <a:rPr sz="900" spc="-15" dirty="0">
                <a:latin typeface="Trebuchet MS"/>
                <a:cs typeface="Trebuchet MS"/>
              </a:rPr>
              <a:t>application </a:t>
            </a:r>
            <a:r>
              <a:rPr sz="900" spc="-35" dirty="0">
                <a:latin typeface="Trebuchet MS"/>
                <a:cs typeface="Trebuchet MS"/>
              </a:rPr>
              <a:t>&amp; </a:t>
            </a:r>
            <a:r>
              <a:rPr sz="900" spc="5" dirty="0">
                <a:latin typeface="Trebuchet MS"/>
                <a:cs typeface="Trebuchet MS"/>
              </a:rPr>
              <a:t>main  </a:t>
            </a:r>
            <a:r>
              <a:rPr sz="900" spc="-30" dirty="0">
                <a:latin typeface="Trebuchet MS"/>
                <a:cs typeface="Trebuchet MS"/>
              </a:rPr>
              <a:t>internal </a:t>
            </a:r>
            <a:r>
              <a:rPr sz="900" spc="-35" dirty="0">
                <a:latin typeface="Trebuchet MS"/>
                <a:cs typeface="Trebuchet MS"/>
              </a:rPr>
              <a:t>features like techinical </a:t>
            </a:r>
            <a:r>
              <a:rPr sz="900" spc="-15" dirty="0">
                <a:latin typeface="Trebuchet MS"/>
                <a:cs typeface="Trebuchet MS"/>
              </a:rPr>
              <a:t>analysis, </a:t>
            </a:r>
            <a:r>
              <a:rPr sz="900" spc="-35" dirty="0">
                <a:latin typeface="Trebuchet MS"/>
                <a:cs typeface="Trebuchet MS"/>
              </a:rPr>
              <a:t>trend  </a:t>
            </a:r>
            <a:r>
              <a:rPr sz="900" spc="-10" dirty="0">
                <a:latin typeface="Trebuchet MS"/>
                <a:cs typeface="Trebuchet MS"/>
              </a:rPr>
              <a:t>analysis </a:t>
            </a:r>
            <a:r>
              <a:rPr sz="900" spc="-35" dirty="0">
                <a:latin typeface="Trebuchet MS"/>
                <a:cs typeface="Trebuchet MS"/>
              </a:rPr>
              <a:t>&amp; forex </a:t>
            </a:r>
            <a:r>
              <a:rPr sz="900" spc="-10" dirty="0">
                <a:latin typeface="Trebuchet MS"/>
                <a:cs typeface="Trebuchet MS"/>
              </a:rPr>
              <a:t>data </a:t>
            </a:r>
            <a:r>
              <a:rPr sz="900" spc="-35" dirty="0">
                <a:latin typeface="Trebuchet MS"/>
                <a:cs typeface="Trebuchet MS"/>
              </a:rPr>
              <a:t>collection</a:t>
            </a:r>
            <a:r>
              <a:rPr sz="900" spc="40" dirty="0">
                <a:latin typeface="Trebuchet MS"/>
                <a:cs typeface="Trebuchet MS"/>
              </a:rPr>
              <a:t> </a:t>
            </a:r>
            <a:r>
              <a:rPr sz="900" spc="-35" dirty="0">
                <a:latin typeface="Trebuchet MS"/>
                <a:cs typeface="Trebuchet MS"/>
              </a:rPr>
              <a:t>setup.</a:t>
            </a:r>
            <a:endParaRPr sz="900">
              <a:latin typeface="Trebuchet MS"/>
              <a:cs typeface="Trebuchet MS"/>
            </a:endParaRPr>
          </a:p>
        </p:txBody>
      </p:sp>
      <p:sp>
        <p:nvSpPr>
          <p:cNvPr id="4" name="object 4"/>
          <p:cNvSpPr/>
          <p:nvPr/>
        </p:nvSpPr>
        <p:spPr>
          <a:xfrm>
            <a:off x="1082946" y="2848432"/>
            <a:ext cx="326135" cy="28346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5206" y="2748898"/>
            <a:ext cx="482530" cy="482528"/>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1399946" y="2685366"/>
            <a:ext cx="609594" cy="605908"/>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613557" y="2813379"/>
            <a:ext cx="353568" cy="353567"/>
          </a:xfrm>
          <a:prstGeom prst="rect">
            <a:avLst/>
          </a:prstGeom>
          <a:blipFill>
            <a:blip r:embed="rId6" cstate="print"/>
            <a:stretch>
              <a:fillRect/>
            </a:stretch>
          </a:blipFill>
        </p:spPr>
        <p:txBody>
          <a:bodyPr wrap="square" lIns="0" tIns="0" rIns="0" bIns="0" rtlCol="0"/>
          <a:lstStyle/>
          <a:p>
            <a:endParaRPr/>
          </a:p>
        </p:txBody>
      </p:sp>
      <p:sp>
        <p:nvSpPr>
          <p:cNvPr id="8" name="object 8"/>
          <p:cNvSpPr txBox="1"/>
          <p:nvPr/>
        </p:nvSpPr>
        <p:spPr>
          <a:xfrm>
            <a:off x="5005489" y="3058913"/>
            <a:ext cx="732790" cy="147320"/>
          </a:xfrm>
          <a:prstGeom prst="rect">
            <a:avLst/>
          </a:prstGeom>
        </p:spPr>
        <p:txBody>
          <a:bodyPr vert="horz" wrap="square" lIns="0" tIns="12700" rIns="0" bIns="0" rtlCol="0">
            <a:spAutoFit/>
          </a:bodyPr>
          <a:lstStyle/>
          <a:p>
            <a:pPr marL="12700">
              <a:lnSpc>
                <a:spcPct val="100000"/>
              </a:lnSpc>
              <a:spcBef>
                <a:spcPts val="100"/>
              </a:spcBef>
            </a:pPr>
            <a:r>
              <a:rPr sz="800" spc="-45" dirty="0">
                <a:solidFill>
                  <a:srgbClr val="3CAC3E"/>
                </a:solidFill>
                <a:latin typeface="Trebuchet MS"/>
                <a:cs typeface="Trebuchet MS"/>
                <a:hlinkClick r:id="rId7"/>
              </a:rPr>
              <a:t>www.fxmaster.in</a:t>
            </a:r>
            <a:endParaRPr sz="800">
              <a:latin typeface="Trebuchet MS"/>
              <a:cs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4841925" y="35052"/>
            <a:ext cx="912494" cy="147320"/>
          </a:xfrm>
          <a:prstGeom prst="rect">
            <a:avLst/>
          </a:prstGeom>
        </p:spPr>
        <p:txBody>
          <a:bodyPr vert="horz" wrap="square" lIns="0" tIns="12700" rIns="0" bIns="0" rtlCol="0">
            <a:spAutoFit/>
          </a:bodyPr>
          <a:lstStyle/>
          <a:p>
            <a:pPr marL="12700">
              <a:lnSpc>
                <a:spcPct val="100000"/>
              </a:lnSpc>
              <a:spcBef>
                <a:spcPts val="100"/>
              </a:spcBef>
            </a:pPr>
            <a:r>
              <a:rPr sz="800" spc="-30" dirty="0">
                <a:solidFill>
                  <a:srgbClr val="009DA8"/>
                </a:solidFill>
                <a:latin typeface="Trebuchet MS"/>
                <a:cs typeface="Trebuchet MS"/>
                <a:hlinkClick r:id="rId3"/>
              </a:rPr>
              <a:t>www.creartisan.com</a:t>
            </a:r>
            <a:endParaRPr sz="800">
              <a:latin typeface="Trebuchet MS"/>
              <a:cs typeface="Trebuchet MS"/>
            </a:endParaRPr>
          </a:p>
        </p:txBody>
      </p:sp>
      <p:sp>
        <p:nvSpPr>
          <p:cNvPr id="4" name="object 4"/>
          <p:cNvSpPr txBox="1"/>
          <p:nvPr/>
        </p:nvSpPr>
        <p:spPr>
          <a:xfrm>
            <a:off x="147320" y="528561"/>
            <a:ext cx="2219960" cy="635000"/>
          </a:xfrm>
          <a:prstGeom prst="rect">
            <a:avLst/>
          </a:prstGeom>
        </p:spPr>
        <p:txBody>
          <a:bodyPr vert="horz" wrap="square" lIns="0" tIns="12700" rIns="0" bIns="0" rtlCol="0">
            <a:spAutoFit/>
          </a:bodyPr>
          <a:lstStyle/>
          <a:p>
            <a:pPr marL="12700" marR="5080">
              <a:lnSpc>
                <a:spcPct val="100000"/>
              </a:lnSpc>
              <a:spcBef>
                <a:spcPts val="100"/>
              </a:spcBef>
            </a:pPr>
            <a:r>
              <a:rPr sz="800" spc="-5" dirty="0">
                <a:solidFill>
                  <a:srgbClr val="00939D"/>
                </a:solidFill>
                <a:latin typeface="Trebuchet MS"/>
                <a:cs typeface="Trebuchet MS"/>
              </a:rPr>
              <a:t>Creartisan </a:t>
            </a:r>
            <a:r>
              <a:rPr sz="800" spc="-25" dirty="0">
                <a:latin typeface="Trebuchet MS"/>
                <a:cs typeface="Trebuchet MS"/>
              </a:rPr>
              <a:t>believes </a:t>
            </a:r>
            <a:r>
              <a:rPr sz="800" spc="-20" dirty="0">
                <a:latin typeface="Trebuchet MS"/>
                <a:cs typeface="Trebuchet MS"/>
              </a:rPr>
              <a:t>Creative </a:t>
            </a:r>
            <a:r>
              <a:rPr sz="800" spc="-10" dirty="0">
                <a:latin typeface="Trebuchet MS"/>
                <a:cs typeface="Trebuchet MS"/>
              </a:rPr>
              <a:t>Gifting </a:t>
            </a:r>
            <a:r>
              <a:rPr sz="800" spc="-20" dirty="0">
                <a:latin typeface="Trebuchet MS"/>
                <a:cs typeface="Trebuchet MS"/>
              </a:rPr>
              <a:t>is </a:t>
            </a:r>
            <a:r>
              <a:rPr sz="800" spc="-45" dirty="0">
                <a:latin typeface="Trebuchet MS"/>
                <a:cs typeface="Trebuchet MS"/>
              </a:rPr>
              <a:t>the </a:t>
            </a:r>
            <a:r>
              <a:rPr sz="800" spc="-35" dirty="0">
                <a:latin typeface="Trebuchet MS"/>
                <a:cs typeface="Trebuchet MS"/>
              </a:rPr>
              <a:t>best  </a:t>
            </a:r>
            <a:r>
              <a:rPr sz="800" spc="-20" dirty="0">
                <a:latin typeface="Trebuchet MS"/>
                <a:cs typeface="Trebuchet MS"/>
              </a:rPr>
              <a:t>way </a:t>
            </a:r>
            <a:r>
              <a:rPr sz="800" spc="-45" dirty="0">
                <a:latin typeface="Trebuchet MS"/>
                <a:cs typeface="Trebuchet MS"/>
              </a:rPr>
              <a:t>to </a:t>
            </a:r>
            <a:r>
              <a:rPr sz="800" spc="-15" dirty="0">
                <a:latin typeface="Trebuchet MS"/>
                <a:cs typeface="Trebuchet MS"/>
              </a:rPr>
              <a:t>communicate </a:t>
            </a:r>
            <a:r>
              <a:rPr sz="800" spc="-45" dirty="0">
                <a:latin typeface="Trebuchet MS"/>
                <a:cs typeface="Trebuchet MS"/>
              </a:rPr>
              <a:t>the </a:t>
            </a:r>
            <a:r>
              <a:rPr sz="800" spc="-20" dirty="0">
                <a:latin typeface="Trebuchet MS"/>
                <a:cs typeface="Trebuchet MS"/>
              </a:rPr>
              <a:t>love </a:t>
            </a:r>
            <a:r>
              <a:rPr sz="800" spc="-30" dirty="0">
                <a:latin typeface="Trebuchet MS"/>
                <a:cs typeface="Trebuchet MS"/>
              </a:rPr>
              <a:t>&amp; </a:t>
            </a:r>
            <a:r>
              <a:rPr sz="800" spc="-20" dirty="0">
                <a:latin typeface="Trebuchet MS"/>
                <a:cs typeface="Trebuchet MS"/>
              </a:rPr>
              <a:t>express </a:t>
            </a:r>
            <a:r>
              <a:rPr sz="800" spc="-30" dirty="0">
                <a:latin typeface="Trebuchet MS"/>
                <a:cs typeface="Trebuchet MS"/>
              </a:rPr>
              <a:t>gratitude.  They </a:t>
            </a:r>
            <a:r>
              <a:rPr sz="800" spc="-20" dirty="0">
                <a:latin typeface="Trebuchet MS"/>
                <a:cs typeface="Trebuchet MS"/>
              </a:rPr>
              <a:t>handcraft </a:t>
            </a:r>
            <a:r>
              <a:rPr sz="800" spc="-5" dirty="0">
                <a:latin typeface="Trebuchet MS"/>
                <a:cs typeface="Trebuchet MS"/>
              </a:rPr>
              <a:t>each </a:t>
            </a:r>
            <a:r>
              <a:rPr sz="800" spc="-20" dirty="0">
                <a:latin typeface="Trebuchet MS"/>
                <a:cs typeface="Trebuchet MS"/>
              </a:rPr>
              <a:t>of </a:t>
            </a:r>
            <a:r>
              <a:rPr sz="800" spc="-5" dirty="0">
                <a:latin typeface="Trebuchet MS"/>
                <a:cs typeface="Trebuchet MS"/>
              </a:rPr>
              <a:t>our </a:t>
            </a:r>
            <a:r>
              <a:rPr sz="800" spc="-20" dirty="0">
                <a:latin typeface="Trebuchet MS"/>
                <a:cs typeface="Trebuchet MS"/>
              </a:rPr>
              <a:t>products </a:t>
            </a:r>
            <a:r>
              <a:rPr sz="800" spc="-45" dirty="0">
                <a:latin typeface="Trebuchet MS"/>
                <a:cs typeface="Trebuchet MS"/>
              </a:rPr>
              <a:t>to </a:t>
            </a:r>
            <a:r>
              <a:rPr sz="800" spc="-35" dirty="0">
                <a:latin typeface="Trebuchet MS"/>
                <a:cs typeface="Trebuchet MS"/>
              </a:rPr>
              <a:t>best  </a:t>
            </a:r>
            <a:r>
              <a:rPr sz="800" spc="-20" dirty="0">
                <a:latin typeface="Trebuchet MS"/>
                <a:cs typeface="Trebuchet MS"/>
              </a:rPr>
              <a:t>convey </a:t>
            </a:r>
            <a:r>
              <a:rPr sz="800" spc="-15" dirty="0">
                <a:latin typeface="Trebuchet MS"/>
                <a:cs typeface="Trebuchet MS"/>
              </a:rPr>
              <a:t>your </a:t>
            </a:r>
            <a:r>
              <a:rPr sz="800" spc="-30" dirty="0">
                <a:latin typeface="Trebuchet MS"/>
                <a:cs typeface="Trebuchet MS"/>
              </a:rPr>
              <a:t>sentiments </a:t>
            </a:r>
            <a:r>
              <a:rPr sz="800" spc="-15" dirty="0">
                <a:latin typeface="Trebuchet MS"/>
                <a:cs typeface="Trebuchet MS"/>
              </a:rPr>
              <a:t>in </a:t>
            </a:r>
            <a:r>
              <a:rPr sz="800" spc="-45" dirty="0">
                <a:latin typeface="Trebuchet MS"/>
                <a:cs typeface="Trebuchet MS"/>
              </a:rPr>
              <a:t>the </a:t>
            </a:r>
            <a:r>
              <a:rPr sz="800" spc="-20" dirty="0">
                <a:latin typeface="Trebuchet MS"/>
                <a:cs typeface="Trebuchet MS"/>
              </a:rPr>
              <a:t>most </a:t>
            </a:r>
            <a:r>
              <a:rPr sz="800" spc="-30" dirty="0">
                <a:latin typeface="Trebuchet MS"/>
                <a:cs typeface="Trebuchet MS"/>
              </a:rPr>
              <a:t>beautiful  </a:t>
            </a:r>
            <a:r>
              <a:rPr sz="800" spc="-20" dirty="0">
                <a:latin typeface="Trebuchet MS"/>
                <a:cs typeface="Trebuchet MS"/>
              </a:rPr>
              <a:t>way </a:t>
            </a:r>
            <a:r>
              <a:rPr sz="800" spc="-10" dirty="0">
                <a:latin typeface="Trebuchet MS"/>
                <a:cs typeface="Trebuchet MS"/>
              </a:rPr>
              <a:t>you could</a:t>
            </a:r>
            <a:r>
              <a:rPr sz="800" spc="10" dirty="0">
                <a:latin typeface="Trebuchet MS"/>
                <a:cs typeface="Trebuchet MS"/>
              </a:rPr>
              <a:t> </a:t>
            </a:r>
            <a:r>
              <a:rPr sz="800" spc="-5" dirty="0">
                <a:latin typeface="Trebuchet MS"/>
                <a:cs typeface="Trebuchet MS"/>
              </a:rPr>
              <a:t>imagine!</a:t>
            </a:r>
            <a:endParaRPr sz="800">
              <a:latin typeface="Trebuchet MS"/>
              <a:cs typeface="Trebuchet MS"/>
            </a:endParaRPr>
          </a:p>
        </p:txBody>
      </p:sp>
      <p:sp>
        <p:nvSpPr>
          <p:cNvPr id="5" name="object 5"/>
          <p:cNvSpPr/>
          <p:nvPr/>
        </p:nvSpPr>
        <p:spPr>
          <a:xfrm>
            <a:off x="1329258" y="0"/>
            <a:ext cx="685792" cy="608063"/>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35862" y="135882"/>
            <a:ext cx="457199" cy="273794"/>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883919" y="44191"/>
            <a:ext cx="457198" cy="457192"/>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3509645" marR="5080">
              <a:lnSpc>
                <a:spcPct val="100000"/>
              </a:lnSpc>
              <a:spcBef>
                <a:spcPts val="100"/>
              </a:spcBef>
            </a:pPr>
            <a:r>
              <a:rPr spc="50" dirty="0">
                <a:solidFill>
                  <a:srgbClr val="B4BEBC"/>
                </a:solidFill>
              </a:rPr>
              <a:t>IN </a:t>
            </a:r>
            <a:r>
              <a:rPr spc="130" dirty="0">
                <a:solidFill>
                  <a:srgbClr val="B4BEBC"/>
                </a:solidFill>
              </a:rPr>
              <a:t>GOD </a:t>
            </a:r>
            <a:r>
              <a:rPr spc="20" dirty="0">
                <a:solidFill>
                  <a:srgbClr val="B4BEBC"/>
                </a:solidFill>
              </a:rPr>
              <a:t>WE </a:t>
            </a:r>
            <a:r>
              <a:rPr spc="-20" dirty="0">
                <a:solidFill>
                  <a:srgbClr val="B4BEBC"/>
                </a:solidFill>
              </a:rPr>
              <a:t>TRUST </a:t>
            </a:r>
            <a:r>
              <a:rPr spc="-45" dirty="0"/>
              <a:t>exists </a:t>
            </a:r>
            <a:r>
              <a:rPr spc="-30" dirty="0"/>
              <a:t>for </a:t>
            </a:r>
            <a:r>
              <a:rPr spc="-10" dirty="0"/>
              <a:t>Christians  </a:t>
            </a:r>
            <a:r>
              <a:rPr spc="-35" dirty="0"/>
              <a:t>like </a:t>
            </a:r>
            <a:r>
              <a:rPr spc="20" dirty="0"/>
              <a:t>you—we </a:t>
            </a:r>
            <a:r>
              <a:rPr spc="-35" dirty="0"/>
              <a:t>want </a:t>
            </a:r>
            <a:r>
              <a:rPr spc="-5" dirty="0"/>
              <a:t>our </a:t>
            </a:r>
            <a:r>
              <a:rPr spc="-25" dirty="0"/>
              <a:t>voice </a:t>
            </a:r>
            <a:r>
              <a:rPr spc="-50" dirty="0"/>
              <a:t>to </a:t>
            </a:r>
            <a:r>
              <a:rPr spc="-10" dirty="0"/>
              <a:t>be </a:t>
            </a:r>
            <a:r>
              <a:rPr spc="-15" dirty="0"/>
              <a:t>heard,  </a:t>
            </a:r>
            <a:r>
              <a:rPr spc="-10" dirty="0"/>
              <a:t>declaring </a:t>
            </a:r>
            <a:r>
              <a:rPr spc="-50" dirty="0"/>
              <a:t>that </a:t>
            </a:r>
            <a:r>
              <a:rPr spc="-15" dirty="0"/>
              <a:t>following </a:t>
            </a:r>
            <a:r>
              <a:rPr spc="55" dirty="0"/>
              <a:t>God </a:t>
            </a:r>
            <a:r>
              <a:rPr spc="20" dirty="0"/>
              <a:t>and</a:t>
            </a:r>
            <a:r>
              <a:rPr spc="-55" dirty="0"/>
              <a:t> </a:t>
            </a:r>
            <a:r>
              <a:rPr spc="-25" dirty="0"/>
              <a:t>Biblical  </a:t>
            </a:r>
            <a:r>
              <a:rPr spc="-20" dirty="0"/>
              <a:t>principles </a:t>
            </a:r>
            <a:r>
              <a:rPr dirty="0"/>
              <a:t>should </a:t>
            </a:r>
            <a:r>
              <a:rPr spc="-10" dirty="0"/>
              <a:t>be </a:t>
            </a:r>
            <a:r>
              <a:rPr spc="-50" dirty="0"/>
              <a:t>the </a:t>
            </a:r>
            <a:r>
              <a:rPr spc="5" dirty="0"/>
              <a:t>main </a:t>
            </a:r>
            <a:r>
              <a:rPr spc="-35" dirty="0"/>
              <a:t>priority </a:t>
            </a:r>
            <a:r>
              <a:rPr spc="-30" dirty="0"/>
              <a:t>for  </a:t>
            </a:r>
            <a:r>
              <a:rPr spc="-5" dirty="0"/>
              <a:t>our</a:t>
            </a:r>
            <a:r>
              <a:rPr spc="-15" dirty="0"/>
              <a:t> </a:t>
            </a:r>
            <a:r>
              <a:rPr spc="-20" dirty="0"/>
              <a:t>nation!</a:t>
            </a:r>
          </a:p>
        </p:txBody>
      </p:sp>
      <p:sp>
        <p:nvSpPr>
          <p:cNvPr id="4" name="object 4"/>
          <p:cNvSpPr txBox="1"/>
          <p:nvPr/>
        </p:nvSpPr>
        <p:spPr>
          <a:xfrm>
            <a:off x="246381" y="29667"/>
            <a:ext cx="923925" cy="147320"/>
          </a:xfrm>
          <a:prstGeom prst="rect">
            <a:avLst/>
          </a:prstGeom>
        </p:spPr>
        <p:txBody>
          <a:bodyPr vert="horz" wrap="square" lIns="0" tIns="12700" rIns="0" bIns="0" rtlCol="0">
            <a:spAutoFit/>
          </a:bodyPr>
          <a:lstStyle/>
          <a:p>
            <a:pPr marL="12700">
              <a:lnSpc>
                <a:spcPct val="100000"/>
              </a:lnSpc>
              <a:spcBef>
                <a:spcPts val="100"/>
              </a:spcBef>
            </a:pPr>
            <a:r>
              <a:rPr sz="800" spc="-40" dirty="0">
                <a:solidFill>
                  <a:srgbClr val="B4BEBC"/>
                </a:solidFill>
                <a:latin typeface="Trebuchet MS"/>
                <a:cs typeface="Trebuchet MS"/>
                <a:hlinkClick r:id="rId3"/>
              </a:rPr>
              <a:t>www.ingodwetrust.tv</a:t>
            </a:r>
            <a:endParaRPr sz="800">
              <a:latin typeface="Trebuchet MS"/>
              <a:cs typeface="Trebuchet MS"/>
            </a:endParaRPr>
          </a:p>
        </p:txBody>
      </p:sp>
      <p:sp>
        <p:nvSpPr>
          <p:cNvPr id="5" name="object 5"/>
          <p:cNvSpPr/>
          <p:nvPr/>
        </p:nvSpPr>
        <p:spPr>
          <a:xfrm>
            <a:off x="3934980" y="124232"/>
            <a:ext cx="457200" cy="286066"/>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975047" y="32004"/>
            <a:ext cx="457200" cy="457200"/>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4386427" y="0"/>
            <a:ext cx="548639" cy="528827"/>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82926" y="2012998"/>
            <a:ext cx="1958339" cy="574040"/>
          </a:xfrm>
          <a:prstGeom prst="rect">
            <a:avLst/>
          </a:prstGeom>
        </p:spPr>
        <p:txBody>
          <a:bodyPr vert="horz" wrap="square" lIns="0" tIns="12700" rIns="0" bIns="0" rtlCol="0">
            <a:spAutoFit/>
          </a:bodyPr>
          <a:lstStyle/>
          <a:p>
            <a:pPr marL="12700" marR="5080">
              <a:lnSpc>
                <a:spcPct val="100000"/>
              </a:lnSpc>
              <a:spcBef>
                <a:spcPts val="100"/>
              </a:spcBef>
            </a:pPr>
            <a:r>
              <a:rPr sz="900" spc="30" dirty="0">
                <a:latin typeface="Trebuchet MS"/>
                <a:cs typeface="Trebuchet MS"/>
              </a:rPr>
              <a:t>A </a:t>
            </a:r>
            <a:r>
              <a:rPr sz="900" spc="-45" dirty="0">
                <a:latin typeface="Trebuchet MS"/>
                <a:cs typeface="Trebuchet MS"/>
              </a:rPr>
              <a:t>perfect </a:t>
            </a:r>
            <a:r>
              <a:rPr sz="900" spc="-15" dirty="0">
                <a:latin typeface="Trebuchet MS"/>
                <a:cs typeface="Trebuchet MS"/>
              </a:rPr>
              <a:t>fusion </a:t>
            </a:r>
            <a:r>
              <a:rPr sz="900" spc="-25" dirty="0">
                <a:latin typeface="Trebuchet MS"/>
                <a:cs typeface="Trebuchet MS"/>
              </a:rPr>
              <a:t>of </a:t>
            </a:r>
            <a:r>
              <a:rPr sz="900" spc="-40" dirty="0">
                <a:latin typeface="Trebuchet MS"/>
                <a:cs typeface="Trebuchet MS"/>
              </a:rPr>
              <a:t>Event </a:t>
            </a:r>
            <a:r>
              <a:rPr sz="900" dirty="0">
                <a:latin typeface="Trebuchet MS"/>
                <a:cs typeface="Trebuchet MS"/>
              </a:rPr>
              <a:t>Management,  </a:t>
            </a:r>
            <a:r>
              <a:rPr sz="900" spc="-25" dirty="0">
                <a:latin typeface="Trebuchet MS"/>
                <a:cs typeface="Trebuchet MS"/>
              </a:rPr>
              <a:t>Advertising, </a:t>
            </a:r>
            <a:r>
              <a:rPr sz="900" spc="-5" dirty="0">
                <a:latin typeface="Trebuchet MS"/>
                <a:cs typeface="Trebuchet MS"/>
              </a:rPr>
              <a:t>Marketing </a:t>
            </a:r>
            <a:r>
              <a:rPr sz="900" spc="20" dirty="0">
                <a:latin typeface="Trebuchet MS"/>
                <a:cs typeface="Trebuchet MS"/>
              </a:rPr>
              <a:t>and </a:t>
            </a:r>
            <a:r>
              <a:rPr sz="900" spc="-5" dirty="0">
                <a:latin typeface="Trebuchet MS"/>
                <a:cs typeface="Trebuchet MS"/>
              </a:rPr>
              <a:t>Branding,  </a:t>
            </a:r>
            <a:r>
              <a:rPr sz="900" spc="-20" dirty="0">
                <a:latin typeface="Trebuchet MS"/>
                <a:cs typeface="Trebuchet MS"/>
              </a:rPr>
              <a:t>all </a:t>
            </a:r>
            <a:r>
              <a:rPr sz="900" spc="-10" dirty="0">
                <a:latin typeface="Trebuchet MS"/>
                <a:cs typeface="Trebuchet MS"/>
              </a:rPr>
              <a:t>under </a:t>
            </a:r>
            <a:r>
              <a:rPr sz="900" dirty="0">
                <a:latin typeface="Trebuchet MS"/>
                <a:cs typeface="Trebuchet MS"/>
              </a:rPr>
              <a:t>one</a:t>
            </a:r>
            <a:r>
              <a:rPr sz="900" spc="-10" dirty="0">
                <a:latin typeface="Trebuchet MS"/>
                <a:cs typeface="Trebuchet MS"/>
              </a:rPr>
              <a:t> </a:t>
            </a:r>
            <a:r>
              <a:rPr sz="900" spc="-5" dirty="0">
                <a:latin typeface="Trebuchet MS"/>
                <a:cs typeface="Trebuchet MS"/>
              </a:rPr>
              <a:t>name:</a:t>
            </a:r>
            <a:endParaRPr sz="900">
              <a:latin typeface="Trebuchet MS"/>
              <a:cs typeface="Trebuchet MS"/>
            </a:endParaRPr>
          </a:p>
          <a:p>
            <a:pPr marL="12700">
              <a:lnSpc>
                <a:spcPts val="1075"/>
              </a:lnSpc>
            </a:pPr>
            <a:r>
              <a:rPr sz="900" spc="-25" dirty="0">
                <a:solidFill>
                  <a:srgbClr val="FD7000"/>
                </a:solidFill>
                <a:latin typeface="Trebuchet MS"/>
                <a:cs typeface="Trebuchet MS"/>
              </a:rPr>
              <a:t>Jovial </a:t>
            </a:r>
            <a:r>
              <a:rPr sz="900" spc="114" dirty="0">
                <a:solidFill>
                  <a:srgbClr val="FD7000"/>
                </a:solidFill>
                <a:latin typeface="Trebuchet MS"/>
                <a:cs typeface="Trebuchet MS"/>
              </a:rPr>
              <a:t>– </a:t>
            </a:r>
            <a:r>
              <a:rPr sz="900" spc="-40" dirty="0">
                <a:solidFill>
                  <a:srgbClr val="FD7000"/>
                </a:solidFill>
                <a:latin typeface="Trebuchet MS"/>
                <a:cs typeface="Trebuchet MS"/>
              </a:rPr>
              <a:t>Events.</a:t>
            </a:r>
            <a:r>
              <a:rPr sz="900" spc="-120" dirty="0">
                <a:solidFill>
                  <a:srgbClr val="FD7000"/>
                </a:solidFill>
                <a:latin typeface="Trebuchet MS"/>
                <a:cs typeface="Trebuchet MS"/>
              </a:rPr>
              <a:t> </a:t>
            </a:r>
            <a:r>
              <a:rPr sz="900" spc="-35" dirty="0">
                <a:solidFill>
                  <a:srgbClr val="FD7000"/>
                </a:solidFill>
                <a:latin typeface="Trebuchet MS"/>
                <a:cs typeface="Trebuchet MS"/>
              </a:rPr>
              <a:t>Entertainments</a:t>
            </a:r>
            <a:endParaRPr sz="900">
              <a:latin typeface="Trebuchet MS"/>
              <a:cs typeface="Trebuchet MS"/>
            </a:endParaRPr>
          </a:p>
        </p:txBody>
      </p:sp>
      <p:sp>
        <p:nvSpPr>
          <p:cNvPr id="4" name="object 4"/>
          <p:cNvSpPr/>
          <p:nvPr/>
        </p:nvSpPr>
        <p:spPr>
          <a:xfrm>
            <a:off x="1087208" y="2848997"/>
            <a:ext cx="326137" cy="28346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9470" y="2749463"/>
            <a:ext cx="482528" cy="482528"/>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1404200" y="2685931"/>
            <a:ext cx="609594" cy="605908"/>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617819" y="2813944"/>
            <a:ext cx="353568" cy="353567"/>
          </a:xfrm>
          <a:prstGeom prst="rect">
            <a:avLst/>
          </a:prstGeom>
          <a:blipFill>
            <a:blip r:embed="rId6" cstate="print"/>
            <a:stretch>
              <a:fillRect/>
            </a:stretch>
          </a:blipFill>
        </p:spPr>
        <p:txBody>
          <a:bodyPr wrap="square" lIns="0" tIns="0" rIns="0" bIns="0" rtlCol="0"/>
          <a:lstStyle/>
          <a:p>
            <a:endParaRPr/>
          </a:p>
        </p:txBody>
      </p:sp>
      <p:sp>
        <p:nvSpPr>
          <p:cNvPr id="8" name="object 8"/>
          <p:cNvSpPr txBox="1"/>
          <p:nvPr/>
        </p:nvSpPr>
        <p:spPr>
          <a:xfrm>
            <a:off x="4640008" y="3058913"/>
            <a:ext cx="1130935" cy="147320"/>
          </a:xfrm>
          <a:prstGeom prst="rect">
            <a:avLst/>
          </a:prstGeom>
        </p:spPr>
        <p:txBody>
          <a:bodyPr vert="horz" wrap="square" lIns="0" tIns="12700" rIns="0" bIns="0" rtlCol="0">
            <a:spAutoFit/>
          </a:bodyPr>
          <a:lstStyle/>
          <a:p>
            <a:pPr marL="12700">
              <a:lnSpc>
                <a:spcPct val="100000"/>
              </a:lnSpc>
              <a:spcBef>
                <a:spcPts val="100"/>
              </a:spcBef>
            </a:pPr>
            <a:r>
              <a:rPr sz="800" spc="-25" dirty="0">
                <a:solidFill>
                  <a:srgbClr val="F60003"/>
                </a:solidFill>
                <a:latin typeface="Trebuchet MS"/>
                <a:cs typeface="Trebuchet MS"/>
              </a:rPr>
              <a:t>jovialentertainments.com</a:t>
            </a:r>
            <a:endParaRPr sz="800">
              <a:latin typeface="Trebuchet MS"/>
              <a:cs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652187" y="105157"/>
            <a:ext cx="326137" cy="28346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3584447" y="5619"/>
            <a:ext cx="482530" cy="482530"/>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969179" y="0"/>
            <a:ext cx="609594" cy="551688"/>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182795" y="70104"/>
            <a:ext cx="353567" cy="353568"/>
          </a:xfrm>
          <a:prstGeom prst="rect">
            <a:avLst/>
          </a:prstGeom>
          <a:blipFill>
            <a:blip r:embed="rId6" cstate="print"/>
            <a:stretch>
              <a:fillRect/>
            </a:stretch>
          </a:blipFill>
        </p:spPr>
        <p:txBody>
          <a:bodyPr wrap="square" lIns="0" tIns="0" rIns="0" bIns="0" rtlCol="0"/>
          <a:lstStyle/>
          <a:p>
            <a:endParaRPr/>
          </a:p>
        </p:txBody>
      </p:sp>
      <p:sp>
        <p:nvSpPr>
          <p:cNvPr id="7" name="object 7"/>
          <p:cNvSpPr txBox="1"/>
          <p:nvPr/>
        </p:nvSpPr>
        <p:spPr>
          <a:xfrm>
            <a:off x="3348766" y="567194"/>
            <a:ext cx="2315845" cy="771525"/>
          </a:xfrm>
          <a:prstGeom prst="rect">
            <a:avLst/>
          </a:prstGeom>
        </p:spPr>
        <p:txBody>
          <a:bodyPr vert="horz" wrap="square" lIns="0" tIns="12700" rIns="0" bIns="0" rtlCol="0">
            <a:spAutoFit/>
          </a:bodyPr>
          <a:lstStyle/>
          <a:p>
            <a:pPr marL="12700" marR="5080" algn="just">
              <a:lnSpc>
                <a:spcPct val="100000"/>
              </a:lnSpc>
              <a:spcBef>
                <a:spcPts val="100"/>
              </a:spcBef>
            </a:pPr>
            <a:r>
              <a:rPr sz="700" spc="10" dirty="0">
                <a:solidFill>
                  <a:srgbClr val="3FB2CE"/>
                </a:solidFill>
                <a:latin typeface="Trebuchet MS"/>
                <a:cs typeface="Trebuchet MS"/>
              </a:rPr>
              <a:t>Samar </a:t>
            </a:r>
            <a:r>
              <a:rPr sz="700" spc="-20" dirty="0">
                <a:solidFill>
                  <a:srgbClr val="3FB2CE"/>
                </a:solidFill>
                <a:latin typeface="Trebuchet MS"/>
                <a:cs typeface="Trebuchet MS"/>
              </a:rPr>
              <a:t>Enterprises </a:t>
            </a:r>
            <a:r>
              <a:rPr sz="700" spc="30" dirty="0">
                <a:latin typeface="Trebuchet MS"/>
                <a:cs typeface="Trebuchet MS"/>
              </a:rPr>
              <a:t>a </a:t>
            </a:r>
            <a:r>
              <a:rPr sz="700" spc="-20" dirty="0">
                <a:latin typeface="Trebuchet MS"/>
                <a:cs typeface="Trebuchet MS"/>
              </a:rPr>
              <a:t>rm </a:t>
            </a:r>
            <a:r>
              <a:rPr sz="700" dirty="0">
                <a:latin typeface="Trebuchet MS"/>
                <a:cs typeface="Trebuchet MS"/>
              </a:rPr>
              <a:t>dealing </a:t>
            </a:r>
            <a:r>
              <a:rPr sz="700" spc="-15" dirty="0">
                <a:latin typeface="Trebuchet MS"/>
                <a:cs typeface="Trebuchet MS"/>
              </a:rPr>
              <a:t>in </a:t>
            </a:r>
            <a:r>
              <a:rPr sz="700" spc="-20" dirty="0">
                <a:latin typeface="Trebuchet MS"/>
                <a:cs typeface="Trebuchet MS"/>
              </a:rPr>
              <a:t>industrial </a:t>
            </a:r>
            <a:r>
              <a:rPr sz="700" spc="-25" dirty="0">
                <a:latin typeface="Trebuchet MS"/>
                <a:cs typeface="Trebuchet MS"/>
              </a:rPr>
              <a:t>oil-free screw  </a:t>
            </a:r>
            <a:r>
              <a:rPr sz="700" spc="10" dirty="0">
                <a:latin typeface="Trebuchet MS"/>
                <a:cs typeface="Trebuchet MS"/>
              </a:rPr>
              <a:t>compressor </a:t>
            </a:r>
            <a:r>
              <a:rPr sz="700" spc="25" dirty="0">
                <a:latin typeface="Trebuchet MS"/>
                <a:cs typeface="Trebuchet MS"/>
              </a:rPr>
              <a:t>and </a:t>
            </a:r>
            <a:r>
              <a:rPr sz="700" spc="-5" dirty="0">
                <a:latin typeface="Trebuchet MS"/>
                <a:cs typeface="Trebuchet MS"/>
              </a:rPr>
              <a:t>oil-free root </a:t>
            </a:r>
            <a:r>
              <a:rPr sz="700" dirty="0">
                <a:latin typeface="Trebuchet MS"/>
                <a:cs typeface="Trebuchet MS"/>
              </a:rPr>
              <a:t>blower </a:t>
            </a:r>
            <a:r>
              <a:rPr sz="700" spc="-10" dirty="0">
                <a:latin typeface="Trebuchet MS"/>
                <a:cs typeface="Trebuchet MS"/>
              </a:rPr>
              <a:t>services. </a:t>
            </a:r>
            <a:r>
              <a:rPr sz="700" spc="50" dirty="0">
                <a:latin typeface="Trebuchet MS"/>
                <a:cs typeface="Trebuchet MS"/>
              </a:rPr>
              <a:t>Our  </a:t>
            </a:r>
            <a:r>
              <a:rPr sz="700" spc="-5" dirty="0">
                <a:latin typeface="Trebuchet MS"/>
                <a:cs typeface="Trebuchet MS"/>
              </a:rPr>
              <a:t>services </a:t>
            </a:r>
            <a:r>
              <a:rPr sz="700" spc="5" dirty="0">
                <a:latin typeface="Trebuchet MS"/>
                <a:cs typeface="Trebuchet MS"/>
              </a:rPr>
              <a:t>comprise </a:t>
            </a:r>
            <a:r>
              <a:rPr sz="700" spc="-25" dirty="0">
                <a:latin typeface="Trebuchet MS"/>
                <a:cs typeface="Trebuchet MS"/>
              </a:rPr>
              <a:t>site </a:t>
            </a:r>
            <a:r>
              <a:rPr sz="700" dirty="0">
                <a:latin typeface="Trebuchet MS"/>
                <a:cs typeface="Trebuchet MS"/>
              </a:rPr>
              <a:t>support, </a:t>
            </a:r>
            <a:r>
              <a:rPr sz="700" spc="10" dirty="0">
                <a:latin typeface="Trebuchet MS"/>
                <a:cs typeface="Trebuchet MS"/>
              </a:rPr>
              <a:t>overhaul </a:t>
            </a:r>
            <a:r>
              <a:rPr sz="700" spc="-5" dirty="0">
                <a:latin typeface="Trebuchet MS"/>
                <a:cs typeface="Trebuchet MS"/>
              </a:rPr>
              <a:t>services </a:t>
            </a:r>
            <a:r>
              <a:rPr sz="700" spc="90" dirty="0">
                <a:latin typeface="Trebuchet MS"/>
                <a:cs typeface="Trebuchet MS"/>
              </a:rPr>
              <a:t>–  </a:t>
            </a:r>
            <a:r>
              <a:rPr sz="700" spc="5" dirty="0">
                <a:latin typeface="Trebuchet MS"/>
                <a:cs typeface="Trebuchet MS"/>
              </a:rPr>
              <a:t>onsite </a:t>
            </a:r>
            <a:r>
              <a:rPr sz="700" spc="35" dirty="0">
                <a:latin typeface="Trebuchet MS"/>
                <a:cs typeface="Trebuchet MS"/>
              </a:rPr>
              <a:t>and </a:t>
            </a:r>
            <a:r>
              <a:rPr sz="700" spc="15" dirty="0">
                <a:latin typeface="Trebuchet MS"/>
                <a:cs typeface="Trebuchet MS"/>
              </a:rPr>
              <a:t>in-house, </a:t>
            </a:r>
            <a:r>
              <a:rPr sz="700" dirty="0">
                <a:latin typeface="Trebuchet MS"/>
                <a:cs typeface="Trebuchet MS"/>
              </a:rPr>
              <a:t>preventive </a:t>
            </a:r>
            <a:r>
              <a:rPr sz="700" spc="15" dirty="0">
                <a:latin typeface="Trebuchet MS"/>
                <a:cs typeface="Trebuchet MS"/>
              </a:rPr>
              <a:t>maintenance </a:t>
            </a:r>
            <a:r>
              <a:rPr sz="700" spc="-5" dirty="0">
                <a:latin typeface="Trebuchet MS"/>
                <a:cs typeface="Trebuchet MS"/>
              </a:rPr>
              <a:t>job,  </a:t>
            </a:r>
            <a:r>
              <a:rPr sz="700" spc="10" dirty="0">
                <a:latin typeface="Trebuchet MS"/>
                <a:cs typeface="Trebuchet MS"/>
              </a:rPr>
              <a:t>b</a:t>
            </a:r>
            <a:r>
              <a:rPr sz="700" spc="-140" dirty="0">
                <a:latin typeface="Trebuchet MS"/>
                <a:cs typeface="Trebuchet MS"/>
              </a:rPr>
              <a:t> </a:t>
            </a:r>
            <a:r>
              <a:rPr sz="700" spc="-30" dirty="0">
                <a:latin typeface="Trebuchet MS"/>
                <a:cs typeface="Trebuchet MS"/>
              </a:rPr>
              <a:t>r</a:t>
            </a:r>
            <a:r>
              <a:rPr sz="700" spc="-135" dirty="0">
                <a:latin typeface="Trebuchet MS"/>
                <a:cs typeface="Trebuchet MS"/>
              </a:rPr>
              <a:t> </a:t>
            </a:r>
            <a:r>
              <a:rPr sz="700" spc="-25" dirty="0">
                <a:latin typeface="Trebuchet MS"/>
                <a:cs typeface="Trebuchet MS"/>
              </a:rPr>
              <a:t>e</a:t>
            </a:r>
            <a:r>
              <a:rPr sz="700" spc="-135" dirty="0">
                <a:latin typeface="Trebuchet MS"/>
                <a:cs typeface="Trebuchet MS"/>
              </a:rPr>
              <a:t> </a:t>
            </a:r>
            <a:r>
              <a:rPr sz="700" spc="30" dirty="0">
                <a:latin typeface="Trebuchet MS"/>
                <a:cs typeface="Trebuchet MS"/>
              </a:rPr>
              <a:t>a</a:t>
            </a:r>
            <a:r>
              <a:rPr sz="700" spc="-135" dirty="0">
                <a:latin typeface="Trebuchet MS"/>
                <a:cs typeface="Trebuchet MS"/>
              </a:rPr>
              <a:t> </a:t>
            </a:r>
            <a:r>
              <a:rPr sz="700" spc="-10" dirty="0">
                <a:latin typeface="Trebuchet MS"/>
                <a:cs typeface="Trebuchet MS"/>
              </a:rPr>
              <a:t>k</a:t>
            </a:r>
            <a:r>
              <a:rPr sz="700" spc="-135" dirty="0">
                <a:latin typeface="Trebuchet MS"/>
                <a:cs typeface="Trebuchet MS"/>
              </a:rPr>
              <a:t> </a:t>
            </a:r>
            <a:r>
              <a:rPr sz="700" spc="10" dirty="0">
                <a:latin typeface="Trebuchet MS"/>
                <a:cs typeface="Trebuchet MS"/>
              </a:rPr>
              <a:t>d</a:t>
            </a:r>
            <a:r>
              <a:rPr sz="700" spc="-135" dirty="0">
                <a:latin typeface="Trebuchet MS"/>
                <a:cs typeface="Trebuchet MS"/>
              </a:rPr>
              <a:t> </a:t>
            </a:r>
            <a:r>
              <a:rPr sz="700" spc="20" dirty="0">
                <a:latin typeface="Trebuchet MS"/>
                <a:cs typeface="Trebuchet MS"/>
              </a:rPr>
              <a:t>o</a:t>
            </a:r>
            <a:r>
              <a:rPr sz="700" spc="-135" dirty="0">
                <a:latin typeface="Trebuchet MS"/>
                <a:cs typeface="Trebuchet MS"/>
              </a:rPr>
              <a:t> </a:t>
            </a:r>
            <a:r>
              <a:rPr sz="700" spc="-40" dirty="0">
                <a:latin typeface="Trebuchet MS"/>
                <a:cs typeface="Trebuchet MS"/>
              </a:rPr>
              <a:t>w</a:t>
            </a:r>
            <a:r>
              <a:rPr sz="700" spc="-135" dirty="0">
                <a:latin typeface="Trebuchet MS"/>
                <a:cs typeface="Trebuchet MS"/>
              </a:rPr>
              <a:t> </a:t>
            </a:r>
            <a:r>
              <a:rPr sz="700" spc="5" dirty="0">
                <a:latin typeface="Trebuchet MS"/>
                <a:cs typeface="Trebuchet MS"/>
              </a:rPr>
              <a:t>n</a:t>
            </a:r>
            <a:r>
              <a:rPr sz="700" spc="165" dirty="0">
                <a:latin typeface="Trebuchet MS"/>
                <a:cs typeface="Trebuchet MS"/>
              </a:rPr>
              <a:t> </a:t>
            </a:r>
            <a:r>
              <a:rPr sz="700" spc="10" dirty="0">
                <a:latin typeface="Trebuchet MS"/>
                <a:cs typeface="Trebuchet MS"/>
              </a:rPr>
              <a:t>m</a:t>
            </a:r>
            <a:r>
              <a:rPr sz="700" spc="-135" dirty="0">
                <a:latin typeface="Trebuchet MS"/>
                <a:cs typeface="Trebuchet MS"/>
              </a:rPr>
              <a:t> </a:t>
            </a:r>
            <a:r>
              <a:rPr sz="700" spc="30" dirty="0">
                <a:latin typeface="Trebuchet MS"/>
                <a:cs typeface="Trebuchet MS"/>
              </a:rPr>
              <a:t>a</a:t>
            </a:r>
            <a:r>
              <a:rPr sz="700" spc="-135" dirty="0">
                <a:latin typeface="Trebuchet MS"/>
                <a:cs typeface="Trebuchet MS"/>
              </a:rPr>
              <a:t> </a:t>
            </a:r>
            <a:r>
              <a:rPr sz="700" spc="-35" dirty="0">
                <a:latin typeface="Trebuchet MS"/>
                <a:cs typeface="Trebuchet MS"/>
              </a:rPr>
              <a:t>i</a:t>
            </a:r>
            <a:r>
              <a:rPr sz="700" spc="-135" dirty="0">
                <a:latin typeface="Trebuchet MS"/>
                <a:cs typeface="Trebuchet MS"/>
              </a:rPr>
              <a:t> </a:t>
            </a:r>
            <a:r>
              <a:rPr sz="700" spc="5" dirty="0">
                <a:latin typeface="Trebuchet MS"/>
                <a:cs typeface="Trebuchet MS"/>
              </a:rPr>
              <a:t>n</a:t>
            </a:r>
            <a:r>
              <a:rPr sz="700" spc="-135" dirty="0">
                <a:latin typeface="Trebuchet MS"/>
                <a:cs typeface="Trebuchet MS"/>
              </a:rPr>
              <a:t> </a:t>
            </a:r>
            <a:r>
              <a:rPr sz="700" spc="-100" dirty="0">
                <a:latin typeface="Trebuchet MS"/>
                <a:cs typeface="Trebuchet MS"/>
              </a:rPr>
              <a:t>t</a:t>
            </a:r>
            <a:r>
              <a:rPr sz="700" spc="-135" dirty="0">
                <a:latin typeface="Trebuchet MS"/>
                <a:cs typeface="Trebuchet MS"/>
              </a:rPr>
              <a:t> </a:t>
            </a:r>
            <a:r>
              <a:rPr sz="700" spc="-25" dirty="0">
                <a:latin typeface="Trebuchet MS"/>
                <a:cs typeface="Trebuchet MS"/>
              </a:rPr>
              <a:t>e</a:t>
            </a:r>
            <a:r>
              <a:rPr sz="700" spc="-135" dirty="0">
                <a:latin typeface="Trebuchet MS"/>
                <a:cs typeface="Trebuchet MS"/>
              </a:rPr>
              <a:t> </a:t>
            </a:r>
            <a:r>
              <a:rPr sz="700" spc="5" dirty="0">
                <a:latin typeface="Trebuchet MS"/>
                <a:cs typeface="Trebuchet MS"/>
              </a:rPr>
              <a:t>n</a:t>
            </a:r>
            <a:r>
              <a:rPr sz="700" spc="-135" dirty="0">
                <a:latin typeface="Trebuchet MS"/>
                <a:cs typeface="Trebuchet MS"/>
              </a:rPr>
              <a:t> </a:t>
            </a:r>
            <a:r>
              <a:rPr sz="700" spc="30" dirty="0">
                <a:latin typeface="Trebuchet MS"/>
                <a:cs typeface="Trebuchet MS"/>
              </a:rPr>
              <a:t>a</a:t>
            </a:r>
            <a:r>
              <a:rPr sz="700" spc="-135" dirty="0">
                <a:latin typeface="Trebuchet MS"/>
                <a:cs typeface="Trebuchet MS"/>
              </a:rPr>
              <a:t> </a:t>
            </a:r>
            <a:r>
              <a:rPr sz="700" spc="5" dirty="0">
                <a:latin typeface="Trebuchet MS"/>
                <a:cs typeface="Trebuchet MS"/>
              </a:rPr>
              <a:t>n</a:t>
            </a:r>
            <a:r>
              <a:rPr sz="700" spc="-135" dirty="0">
                <a:latin typeface="Trebuchet MS"/>
                <a:cs typeface="Trebuchet MS"/>
              </a:rPr>
              <a:t> </a:t>
            </a:r>
            <a:r>
              <a:rPr sz="700" spc="-35" dirty="0">
                <a:latin typeface="Trebuchet MS"/>
                <a:cs typeface="Trebuchet MS"/>
              </a:rPr>
              <a:t>c</a:t>
            </a:r>
            <a:r>
              <a:rPr sz="700" spc="-135" dirty="0">
                <a:latin typeface="Trebuchet MS"/>
                <a:cs typeface="Trebuchet MS"/>
              </a:rPr>
              <a:t> </a:t>
            </a:r>
            <a:r>
              <a:rPr sz="700" spc="-25" dirty="0">
                <a:latin typeface="Trebuchet MS"/>
                <a:cs typeface="Trebuchet MS"/>
              </a:rPr>
              <a:t>e</a:t>
            </a:r>
            <a:r>
              <a:rPr sz="700" spc="-135" dirty="0">
                <a:latin typeface="Trebuchet MS"/>
                <a:cs typeface="Trebuchet MS"/>
              </a:rPr>
              <a:t> </a:t>
            </a:r>
            <a:r>
              <a:rPr sz="700" spc="-55" dirty="0">
                <a:latin typeface="Trebuchet MS"/>
                <a:cs typeface="Trebuchet MS"/>
              </a:rPr>
              <a:t>,</a:t>
            </a:r>
            <a:r>
              <a:rPr sz="700" spc="65" dirty="0">
                <a:latin typeface="Trebuchet MS"/>
                <a:cs typeface="Trebuchet MS"/>
              </a:rPr>
              <a:t> </a:t>
            </a:r>
            <a:r>
              <a:rPr sz="700" spc="30" dirty="0">
                <a:latin typeface="Trebuchet MS"/>
                <a:cs typeface="Trebuchet MS"/>
              </a:rPr>
              <a:t>a</a:t>
            </a:r>
            <a:r>
              <a:rPr sz="700" spc="-135" dirty="0">
                <a:latin typeface="Trebuchet MS"/>
                <a:cs typeface="Trebuchet MS"/>
              </a:rPr>
              <a:t> </a:t>
            </a:r>
            <a:r>
              <a:rPr sz="700" spc="5" dirty="0">
                <a:latin typeface="Trebuchet MS"/>
                <a:cs typeface="Trebuchet MS"/>
              </a:rPr>
              <a:t>n</a:t>
            </a:r>
            <a:r>
              <a:rPr sz="700" spc="-135" dirty="0">
                <a:latin typeface="Trebuchet MS"/>
                <a:cs typeface="Trebuchet MS"/>
              </a:rPr>
              <a:t> </a:t>
            </a:r>
            <a:r>
              <a:rPr sz="700" spc="5" dirty="0">
                <a:latin typeface="Trebuchet MS"/>
                <a:cs typeface="Trebuchet MS"/>
              </a:rPr>
              <a:t>n</a:t>
            </a:r>
            <a:r>
              <a:rPr sz="700" spc="-135" dirty="0">
                <a:latin typeface="Trebuchet MS"/>
                <a:cs typeface="Trebuchet MS"/>
              </a:rPr>
              <a:t> </a:t>
            </a:r>
            <a:r>
              <a:rPr sz="700" dirty="0">
                <a:latin typeface="Trebuchet MS"/>
                <a:cs typeface="Trebuchet MS"/>
              </a:rPr>
              <a:t>u</a:t>
            </a:r>
            <a:r>
              <a:rPr sz="700" spc="-135" dirty="0">
                <a:latin typeface="Trebuchet MS"/>
                <a:cs typeface="Trebuchet MS"/>
              </a:rPr>
              <a:t> </a:t>
            </a:r>
            <a:r>
              <a:rPr sz="700" spc="30" dirty="0">
                <a:latin typeface="Trebuchet MS"/>
                <a:cs typeface="Trebuchet MS"/>
              </a:rPr>
              <a:t>a</a:t>
            </a:r>
            <a:r>
              <a:rPr sz="700" spc="-135" dirty="0">
                <a:latin typeface="Trebuchet MS"/>
                <a:cs typeface="Trebuchet MS"/>
              </a:rPr>
              <a:t> </a:t>
            </a:r>
            <a:r>
              <a:rPr sz="700" spc="-40" dirty="0">
                <a:latin typeface="Trebuchet MS"/>
                <a:cs typeface="Trebuchet MS"/>
              </a:rPr>
              <a:t>l</a:t>
            </a:r>
            <a:r>
              <a:rPr sz="700" spc="40" dirty="0">
                <a:latin typeface="Trebuchet MS"/>
                <a:cs typeface="Trebuchet MS"/>
              </a:rPr>
              <a:t> </a:t>
            </a:r>
            <a:r>
              <a:rPr sz="700" spc="10" dirty="0">
                <a:latin typeface="Trebuchet MS"/>
                <a:cs typeface="Trebuchet MS"/>
              </a:rPr>
              <a:t>m</a:t>
            </a:r>
            <a:r>
              <a:rPr sz="700" spc="-135" dirty="0">
                <a:latin typeface="Trebuchet MS"/>
                <a:cs typeface="Trebuchet MS"/>
              </a:rPr>
              <a:t> </a:t>
            </a:r>
            <a:r>
              <a:rPr sz="700" spc="30" dirty="0">
                <a:latin typeface="Trebuchet MS"/>
                <a:cs typeface="Trebuchet MS"/>
              </a:rPr>
              <a:t>a</a:t>
            </a:r>
            <a:r>
              <a:rPr sz="700" spc="-135" dirty="0">
                <a:latin typeface="Trebuchet MS"/>
                <a:cs typeface="Trebuchet MS"/>
              </a:rPr>
              <a:t> </a:t>
            </a:r>
            <a:r>
              <a:rPr sz="700" spc="-35" dirty="0">
                <a:latin typeface="Trebuchet MS"/>
                <a:cs typeface="Trebuchet MS"/>
              </a:rPr>
              <a:t>i</a:t>
            </a:r>
            <a:r>
              <a:rPr sz="700" spc="-135" dirty="0">
                <a:latin typeface="Trebuchet MS"/>
                <a:cs typeface="Trebuchet MS"/>
              </a:rPr>
              <a:t> </a:t>
            </a:r>
            <a:r>
              <a:rPr sz="700" spc="5" dirty="0">
                <a:latin typeface="Trebuchet MS"/>
                <a:cs typeface="Trebuchet MS"/>
              </a:rPr>
              <a:t>n</a:t>
            </a:r>
            <a:r>
              <a:rPr sz="700" spc="-135" dirty="0">
                <a:latin typeface="Trebuchet MS"/>
                <a:cs typeface="Trebuchet MS"/>
              </a:rPr>
              <a:t> </a:t>
            </a:r>
            <a:r>
              <a:rPr sz="700" spc="-100" dirty="0">
                <a:latin typeface="Trebuchet MS"/>
                <a:cs typeface="Trebuchet MS"/>
              </a:rPr>
              <a:t>t</a:t>
            </a:r>
            <a:r>
              <a:rPr sz="700" spc="-135" dirty="0">
                <a:latin typeface="Trebuchet MS"/>
                <a:cs typeface="Trebuchet MS"/>
              </a:rPr>
              <a:t> </a:t>
            </a:r>
            <a:r>
              <a:rPr sz="700" spc="-25" dirty="0">
                <a:latin typeface="Trebuchet MS"/>
                <a:cs typeface="Trebuchet MS"/>
              </a:rPr>
              <a:t>e</a:t>
            </a:r>
            <a:r>
              <a:rPr sz="700" spc="-135" dirty="0">
                <a:latin typeface="Trebuchet MS"/>
                <a:cs typeface="Trebuchet MS"/>
              </a:rPr>
              <a:t> </a:t>
            </a:r>
            <a:r>
              <a:rPr sz="700" spc="5" dirty="0">
                <a:latin typeface="Trebuchet MS"/>
                <a:cs typeface="Trebuchet MS"/>
              </a:rPr>
              <a:t>n</a:t>
            </a:r>
            <a:r>
              <a:rPr sz="700" spc="-135" dirty="0">
                <a:latin typeface="Trebuchet MS"/>
                <a:cs typeface="Trebuchet MS"/>
              </a:rPr>
              <a:t> </a:t>
            </a:r>
            <a:r>
              <a:rPr sz="700" spc="30" dirty="0">
                <a:latin typeface="Trebuchet MS"/>
                <a:cs typeface="Trebuchet MS"/>
              </a:rPr>
              <a:t>a</a:t>
            </a:r>
            <a:r>
              <a:rPr sz="700" spc="-135" dirty="0">
                <a:latin typeface="Trebuchet MS"/>
                <a:cs typeface="Trebuchet MS"/>
              </a:rPr>
              <a:t> </a:t>
            </a:r>
            <a:r>
              <a:rPr sz="700" spc="5" dirty="0">
                <a:latin typeface="Trebuchet MS"/>
                <a:cs typeface="Trebuchet MS"/>
              </a:rPr>
              <a:t>n</a:t>
            </a:r>
            <a:r>
              <a:rPr sz="700" spc="-140" dirty="0">
                <a:latin typeface="Trebuchet MS"/>
                <a:cs typeface="Trebuchet MS"/>
              </a:rPr>
              <a:t> </a:t>
            </a:r>
            <a:r>
              <a:rPr sz="700" spc="-35" dirty="0">
                <a:latin typeface="Trebuchet MS"/>
                <a:cs typeface="Trebuchet MS"/>
              </a:rPr>
              <a:t>c</a:t>
            </a:r>
            <a:r>
              <a:rPr sz="700" spc="-135" dirty="0">
                <a:latin typeface="Trebuchet MS"/>
                <a:cs typeface="Trebuchet MS"/>
              </a:rPr>
              <a:t> </a:t>
            </a:r>
            <a:r>
              <a:rPr sz="700" spc="-25" dirty="0">
                <a:latin typeface="Trebuchet MS"/>
                <a:cs typeface="Trebuchet MS"/>
              </a:rPr>
              <a:t>e  </a:t>
            </a:r>
            <a:r>
              <a:rPr sz="700" spc="-15" dirty="0">
                <a:latin typeface="Trebuchet MS"/>
                <a:cs typeface="Trebuchet MS"/>
              </a:rPr>
              <a:t>contract </a:t>
            </a:r>
            <a:r>
              <a:rPr sz="700" spc="25" dirty="0">
                <a:latin typeface="Trebuchet MS"/>
                <a:cs typeface="Trebuchet MS"/>
              </a:rPr>
              <a:t>and </a:t>
            </a:r>
            <a:r>
              <a:rPr sz="700" spc="-10" dirty="0">
                <a:latin typeface="Trebuchet MS"/>
                <a:cs typeface="Trebuchet MS"/>
              </a:rPr>
              <a:t>trade </a:t>
            </a:r>
            <a:r>
              <a:rPr sz="700" spc="-5" dirty="0">
                <a:latin typeface="Trebuchet MS"/>
                <a:cs typeface="Trebuchet MS"/>
              </a:rPr>
              <a:t>in </a:t>
            </a:r>
            <a:r>
              <a:rPr sz="700" spc="10" dirty="0">
                <a:latin typeface="Trebuchet MS"/>
                <a:cs typeface="Trebuchet MS"/>
              </a:rPr>
              <a:t>spares </a:t>
            </a:r>
            <a:r>
              <a:rPr sz="700" spc="-5" dirty="0">
                <a:latin typeface="Trebuchet MS"/>
                <a:cs typeface="Trebuchet MS"/>
              </a:rPr>
              <a:t>parts </a:t>
            </a:r>
            <a:r>
              <a:rPr sz="700" spc="-10" dirty="0">
                <a:latin typeface="Trebuchet MS"/>
                <a:cs typeface="Trebuchet MS"/>
              </a:rPr>
              <a:t>for </a:t>
            </a:r>
            <a:r>
              <a:rPr sz="700" spc="5" dirty="0">
                <a:latin typeface="Trebuchet MS"/>
                <a:cs typeface="Trebuchet MS"/>
              </a:rPr>
              <a:t>compressor  </a:t>
            </a:r>
            <a:r>
              <a:rPr sz="700" spc="15" dirty="0">
                <a:latin typeface="Trebuchet MS"/>
                <a:cs typeface="Trebuchet MS"/>
              </a:rPr>
              <a:t>and</a:t>
            </a:r>
            <a:r>
              <a:rPr sz="700" spc="-10" dirty="0">
                <a:latin typeface="Trebuchet MS"/>
                <a:cs typeface="Trebuchet MS"/>
              </a:rPr>
              <a:t> </a:t>
            </a:r>
            <a:r>
              <a:rPr sz="700" spc="-35" dirty="0">
                <a:latin typeface="Trebuchet MS"/>
                <a:cs typeface="Trebuchet MS"/>
              </a:rPr>
              <a:t>blower.</a:t>
            </a:r>
            <a:endParaRPr sz="700">
              <a:latin typeface="Trebuchet MS"/>
              <a:cs typeface="Trebuchet MS"/>
            </a:endParaRPr>
          </a:p>
        </p:txBody>
      </p:sp>
      <p:sp>
        <p:nvSpPr>
          <p:cNvPr id="8" name="object 8"/>
          <p:cNvSpPr txBox="1">
            <a:spLocks noGrp="1"/>
          </p:cNvSpPr>
          <p:nvPr>
            <p:ph type="title"/>
          </p:nvPr>
        </p:nvSpPr>
        <p:spPr>
          <a:xfrm>
            <a:off x="109217" y="65341"/>
            <a:ext cx="1412875" cy="162560"/>
          </a:xfrm>
          <a:prstGeom prst="rect">
            <a:avLst/>
          </a:prstGeom>
        </p:spPr>
        <p:txBody>
          <a:bodyPr vert="horz" wrap="square" lIns="0" tIns="12700" rIns="0" bIns="0" rtlCol="0">
            <a:spAutoFit/>
          </a:bodyPr>
          <a:lstStyle/>
          <a:p>
            <a:pPr marL="12700">
              <a:lnSpc>
                <a:spcPct val="100000"/>
              </a:lnSpc>
              <a:spcBef>
                <a:spcPts val="100"/>
              </a:spcBef>
            </a:pPr>
            <a:r>
              <a:rPr spc="-30" dirty="0">
                <a:solidFill>
                  <a:srgbClr val="098981"/>
                </a:solidFill>
                <a:hlinkClick r:id="rId7"/>
              </a:rPr>
              <a:t>www.samarenterprises.co.in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652187" y="105157"/>
            <a:ext cx="326137" cy="28346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3584447" y="5619"/>
            <a:ext cx="482530" cy="482530"/>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969179" y="0"/>
            <a:ext cx="609594" cy="551688"/>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182795" y="70104"/>
            <a:ext cx="353567" cy="353568"/>
          </a:xfrm>
          <a:prstGeom prst="rect">
            <a:avLst/>
          </a:prstGeom>
          <a:blipFill>
            <a:blip r:embed="rId6" cstate="print"/>
            <a:stretch>
              <a:fillRect/>
            </a:stretch>
          </a:blipFill>
        </p:spPr>
        <p:txBody>
          <a:bodyPr wrap="square" lIns="0" tIns="0" rIns="0" bIns="0" rtlCol="0"/>
          <a:lstStyle/>
          <a:p>
            <a:endParaRPr/>
          </a:p>
        </p:txBody>
      </p:sp>
      <p:sp>
        <p:nvSpPr>
          <p:cNvPr id="7" name="object 7"/>
          <p:cNvSpPr txBox="1"/>
          <p:nvPr/>
        </p:nvSpPr>
        <p:spPr>
          <a:xfrm>
            <a:off x="3440152" y="523989"/>
            <a:ext cx="2227580" cy="635000"/>
          </a:xfrm>
          <a:prstGeom prst="rect">
            <a:avLst/>
          </a:prstGeom>
        </p:spPr>
        <p:txBody>
          <a:bodyPr vert="horz" wrap="square" lIns="0" tIns="12700" rIns="0" bIns="0" rtlCol="0">
            <a:spAutoFit/>
          </a:bodyPr>
          <a:lstStyle/>
          <a:p>
            <a:pPr marL="12700" marR="5080" algn="just">
              <a:lnSpc>
                <a:spcPct val="100000"/>
              </a:lnSpc>
              <a:spcBef>
                <a:spcPts val="100"/>
              </a:spcBef>
            </a:pPr>
            <a:r>
              <a:rPr sz="800" spc="25" dirty="0">
                <a:latin typeface="Trebuchet MS"/>
                <a:cs typeface="Trebuchet MS"/>
              </a:rPr>
              <a:t>An </a:t>
            </a:r>
            <a:r>
              <a:rPr sz="800" spc="-10" dirty="0">
                <a:latin typeface="Trebuchet MS"/>
                <a:cs typeface="Trebuchet MS"/>
              </a:rPr>
              <a:t>E-veried </a:t>
            </a:r>
            <a:r>
              <a:rPr sz="800" dirty="0">
                <a:latin typeface="Trebuchet MS"/>
                <a:cs typeface="Trebuchet MS"/>
              </a:rPr>
              <a:t>Employer </a:t>
            </a:r>
            <a:r>
              <a:rPr sz="800" spc="-15" dirty="0">
                <a:latin typeface="Trebuchet MS"/>
                <a:cs typeface="Trebuchet MS"/>
              </a:rPr>
              <a:t>committed </a:t>
            </a:r>
            <a:r>
              <a:rPr sz="800" spc="-35" dirty="0">
                <a:latin typeface="Trebuchet MS"/>
                <a:cs typeface="Trebuchet MS"/>
              </a:rPr>
              <a:t>to </a:t>
            </a:r>
            <a:r>
              <a:rPr sz="800" spc="10" dirty="0">
                <a:latin typeface="Trebuchet MS"/>
                <a:cs typeface="Trebuchet MS"/>
              </a:rPr>
              <a:t>Equal  </a:t>
            </a:r>
            <a:r>
              <a:rPr sz="800" spc="-20" dirty="0">
                <a:latin typeface="Trebuchet MS"/>
                <a:cs typeface="Trebuchet MS"/>
              </a:rPr>
              <a:t>Employment Opportunity, </a:t>
            </a:r>
            <a:r>
              <a:rPr sz="800" spc="-10" dirty="0">
                <a:solidFill>
                  <a:srgbClr val="0F9492"/>
                </a:solidFill>
                <a:latin typeface="Trebuchet MS"/>
                <a:cs typeface="Trebuchet MS"/>
              </a:rPr>
              <a:t>Apidel </a:t>
            </a:r>
            <a:r>
              <a:rPr sz="800" spc="-20" dirty="0">
                <a:latin typeface="Trebuchet MS"/>
                <a:cs typeface="Trebuchet MS"/>
              </a:rPr>
              <a:t>is </a:t>
            </a:r>
            <a:r>
              <a:rPr sz="800" spc="30" dirty="0">
                <a:latin typeface="Trebuchet MS"/>
                <a:cs typeface="Trebuchet MS"/>
              </a:rPr>
              <a:t>a </a:t>
            </a:r>
            <a:r>
              <a:rPr sz="800" spc="-25" dirty="0">
                <a:latin typeface="Trebuchet MS"/>
                <a:cs typeface="Trebuchet MS"/>
              </a:rPr>
              <a:t>team </a:t>
            </a:r>
            <a:r>
              <a:rPr sz="800" spc="-20" dirty="0">
                <a:latin typeface="Trebuchet MS"/>
                <a:cs typeface="Trebuchet MS"/>
              </a:rPr>
              <a:t>of  </a:t>
            </a:r>
            <a:r>
              <a:rPr sz="800" spc="-15" dirty="0">
                <a:latin typeface="Trebuchet MS"/>
                <a:cs typeface="Trebuchet MS"/>
              </a:rPr>
              <a:t>technology </a:t>
            </a:r>
            <a:r>
              <a:rPr sz="800" spc="15" dirty="0">
                <a:latin typeface="Trebuchet MS"/>
                <a:cs typeface="Trebuchet MS"/>
              </a:rPr>
              <a:t>and </a:t>
            </a:r>
            <a:r>
              <a:rPr sz="800" spc="-35" dirty="0">
                <a:latin typeface="Trebuchet MS"/>
                <a:cs typeface="Trebuchet MS"/>
              </a:rPr>
              <a:t>recruiters </a:t>
            </a:r>
            <a:r>
              <a:rPr sz="800" spc="-45" dirty="0">
                <a:latin typeface="Trebuchet MS"/>
                <a:cs typeface="Trebuchet MS"/>
              </a:rPr>
              <a:t>with </a:t>
            </a:r>
            <a:r>
              <a:rPr sz="800" spc="-35" dirty="0">
                <a:latin typeface="Trebuchet MS"/>
                <a:cs typeface="Trebuchet MS"/>
              </a:rPr>
              <a:t>expertise </a:t>
            </a:r>
            <a:r>
              <a:rPr sz="800" spc="-15" dirty="0">
                <a:latin typeface="Trebuchet MS"/>
                <a:cs typeface="Trebuchet MS"/>
              </a:rPr>
              <a:t>in </a:t>
            </a:r>
            <a:r>
              <a:rPr sz="800" spc="-5" dirty="0">
                <a:latin typeface="Trebuchet MS"/>
                <a:cs typeface="Trebuchet MS"/>
              </a:rPr>
              <a:t>various  </a:t>
            </a:r>
            <a:r>
              <a:rPr sz="800" spc="-30" dirty="0">
                <a:latin typeface="Trebuchet MS"/>
                <a:cs typeface="Trebuchet MS"/>
              </a:rPr>
              <a:t>key </a:t>
            </a:r>
            <a:r>
              <a:rPr sz="800" spc="-25" dirty="0">
                <a:latin typeface="Trebuchet MS"/>
                <a:cs typeface="Trebuchet MS"/>
              </a:rPr>
              <a:t>industry </a:t>
            </a:r>
            <a:r>
              <a:rPr sz="800" spc="5" dirty="0">
                <a:latin typeface="Trebuchet MS"/>
                <a:cs typeface="Trebuchet MS"/>
              </a:rPr>
              <a:t>domains </a:t>
            </a:r>
            <a:r>
              <a:rPr sz="800" spc="-10" dirty="0">
                <a:latin typeface="Trebuchet MS"/>
                <a:cs typeface="Trebuchet MS"/>
              </a:rPr>
              <a:t>such </a:t>
            </a:r>
            <a:r>
              <a:rPr sz="800" spc="15" dirty="0">
                <a:latin typeface="Trebuchet MS"/>
                <a:cs typeface="Trebuchet MS"/>
              </a:rPr>
              <a:t>as </a:t>
            </a:r>
            <a:r>
              <a:rPr sz="800" spc="-80" dirty="0">
                <a:latin typeface="Trebuchet MS"/>
                <a:cs typeface="Trebuchet MS"/>
              </a:rPr>
              <a:t>IT, </a:t>
            </a:r>
            <a:r>
              <a:rPr sz="800" spc="-20" dirty="0">
                <a:latin typeface="Trebuchet MS"/>
                <a:cs typeface="Trebuchet MS"/>
              </a:rPr>
              <a:t>Healthcare,  Pharmaceutical, </a:t>
            </a:r>
            <a:r>
              <a:rPr sz="800" spc="-10" dirty="0">
                <a:latin typeface="Trebuchet MS"/>
                <a:cs typeface="Trebuchet MS"/>
              </a:rPr>
              <a:t>Engineering, </a:t>
            </a:r>
            <a:r>
              <a:rPr sz="800" spc="-25" dirty="0">
                <a:latin typeface="Trebuchet MS"/>
                <a:cs typeface="Trebuchet MS"/>
              </a:rPr>
              <a:t>Analytics </a:t>
            </a:r>
            <a:r>
              <a:rPr sz="800" spc="15" dirty="0">
                <a:latin typeface="Trebuchet MS"/>
                <a:cs typeface="Trebuchet MS"/>
              </a:rPr>
              <a:t>and</a:t>
            </a:r>
            <a:r>
              <a:rPr sz="800" spc="-95" dirty="0">
                <a:latin typeface="Trebuchet MS"/>
                <a:cs typeface="Trebuchet MS"/>
              </a:rPr>
              <a:t> </a:t>
            </a:r>
            <a:r>
              <a:rPr sz="800" spc="-15" dirty="0">
                <a:latin typeface="Trebuchet MS"/>
                <a:cs typeface="Trebuchet MS"/>
              </a:rPr>
              <a:t>BFSI.</a:t>
            </a:r>
            <a:endParaRPr sz="800">
              <a:latin typeface="Trebuchet MS"/>
              <a:cs typeface="Trebuchet MS"/>
            </a:endParaRPr>
          </a:p>
        </p:txBody>
      </p:sp>
      <p:sp>
        <p:nvSpPr>
          <p:cNvPr id="8" name="object 8"/>
          <p:cNvSpPr txBox="1">
            <a:spLocks noGrp="1"/>
          </p:cNvSpPr>
          <p:nvPr>
            <p:ph type="title"/>
          </p:nvPr>
        </p:nvSpPr>
        <p:spPr>
          <a:xfrm>
            <a:off x="203339" y="65024"/>
            <a:ext cx="723265" cy="162560"/>
          </a:xfrm>
          <a:prstGeom prst="rect">
            <a:avLst/>
          </a:prstGeom>
        </p:spPr>
        <p:txBody>
          <a:bodyPr vert="horz" wrap="square" lIns="0" tIns="12700" rIns="0" bIns="0" rtlCol="0">
            <a:spAutoFit/>
          </a:bodyPr>
          <a:lstStyle/>
          <a:p>
            <a:pPr marL="12700">
              <a:lnSpc>
                <a:spcPct val="100000"/>
              </a:lnSpc>
              <a:spcBef>
                <a:spcPts val="100"/>
              </a:spcBef>
            </a:pPr>
            <a:r>
              <a:rPr spc="-35" dirty="0">
                <a:solidFill>
                  <a:srgbClr val="098981"/>
                </a:solidFill>
                <a:hlinkClick r:id="rId7"/>
              </a:rPr>
              <a:t>www.apidel.in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579963" y="2881886"/>
            <a:ext cx="326137" cy="28346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3512223" y="2782353"/>
            <a:ext cx="482530" cy="482528"/>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896967" y="2718821"/>
            <a:ext cx="609594" cy="573018"/>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110583" y="2846833"/>
            <a:ext cx="353557" cy="353568"/>
          </a:xfrm>
          <a:prstGeom prst="rect">
            <a:avLst/>
          </a:prstGeom>
          <a:blipFill>
            <a:blip r:embed="rId6" cstate="print"/>
            <a:stretch>
              <a:fillRect/>
            </a:stretch>
          </a:blipFill>
        </p:spPr>
        <p:txBody>
          <a:bodyPr wrap="square" lIns="0" tIns="0" rIns="0" bIns="0" rtlCol="0"/>
          <a:lstStyle/>
          <a:p>
            <a:endParaRPr/>
          </a:p>
        </p:txBody>
      </p:sp>
      <p:sp>
        <p:nvSpPr>
          <p:cNvPr id="7" name="object 7"/>
          <p:cNvSpPr txBox="1"/>
          <p:nvPr/>
        </p:nvSpPr>
        <p:spPr>
          <a:xfrm>
            <a:off x="3400121" y="1954836"/>
            <a:ext cx="2232660" cy="600075"/>
          </a:xfrm>
          <a:prstGeom prst="rect">
            <a:avLst/>
          </a:prstGeom>
        </p:spPr>
        <p:txBody>
          <a:bodyPr vert="horz" wrap="square" lIns="0" tIns="23495" rIns="0" bIns="0" rtlCol="0">
            <a:spAutoFit/>
          </a:bodyPr>
          <a:lstStyle/>
          <a:p>
            <a:pPr marL="12700" marR="5080" algn="just">
              <a:lnSpc>
                <a:spcPts val="890"/>
              </a:lnSpc>
              <a:spcBef>
                <a:spcPts val="185"/>
              </a:spcBef>
            </a:pPr>
            <a:r>
              <a:rPr sz="800" spc="55" dirty="0">
                <a:solidFill>
                  <a:srgbClr val="F58936"/>
                </a:solidFill>
                <a:latin typeface="Trebuchet MS"/>
                <a:cs typeface="Trebuchet MS"/>
              </a:rPr>
              <a:t>TECHNO </a:t>
            </a:r>
            <a:r>
              <a:rPr sz="800" spc="-20" dirty="0">
                <a:latin typeface="Trebuchet MS"/>
                <a:cs typeface="Trebuchet MS"/>
              </a:rPr>
              <a:t>is </a:t>
            </a:r>
            <a:r>
              <a:rPr sz="800" spc="-45" dirty="0">
                <a:latin typeface="Trebuchet MS"/>
                <a:cs typeface="Trebuchet MS"/>
              </a:rPr>
              <a:t>the </a:t>
            </a:r>
            <a:r>
              <a:rPr sz="800" spc="-5" dirty="0">
                <a:latin typeface="Trebuchet MS"/>
                <a:cs typeface="Trebuchet MS"/>
              </a:rPr>
              <a:t>Leading </a:t>
            </a:r>
            <a:r>
              <a:rPr sz="800" spc="5" dirty="0">
                <a:latin typeface="Trebuchet MS"/>
                <a:cs typeface="Trebuchet MS"/>
              </a:rPr>
              <a:t>name </a:t>
            </a:r>
            <a:r>
              <a:rPr sz="800" spc="-20" dirty="0">
                <a:latin typeface="Trebuchet MS"/>
                <a:cs typeface="Trebuchet MS"/>
              </a:rPr>
              <a:t>since </a:t>
            </a:r>
            <a:r>
              <a:rPr sz="800" spc="50" dirty="0">
                <a:latin typeface="Trebuchet MS"/>
                <a:cs typeface="Trebuchet MS"/>
              </a:rPr>
              <a:t>3 </a:t>
            </a:r>
            <a:r>
              <a:rPr sz="800" spc="5" dirty="0">
                <a:latin typeface="Trebuchet MS"/>
                <a:cs typeface="Trebuchet MS"/>
              </a:rPr>
              <a:t>Decades</a:t>
            </a:r>
            <a:r>
              <a:rPr sz="800" spc="-45" dirty="0">
                <a:latin typeface="Trebuchet MS"/>
                <a:cs typeface="Trebuchet MS"/>
              </a:rPr>
              <a:t> </a:t>
            </a:r>
            <a:r>
              <a:rPr sz="800" spc="-15" dirty="0">
                <a:latin typeface="Trebuchet MS"/>
                <a:cs typeface="Trebuchet MS"/>
              </a:rPr>
              <a:t>in  Switchgears </a:t>
            </a:r>
            <a:r>
              <a:rPr sz="800" spc="15" dirty="0">
                <a:latin typeface="Trebuchet MS"/>
                <a:cs typeface="Trebuchet MS"/>
              </a:rPr>
              <a:t>and </a:t>
            </a:r>
            <a:r>
              <a:rPr sz="800" dirty="0">
                <a:latin typeface="Trebuchet MS"/>
                <a:cs typeface="Trebuchet MS"/>
              </a:rPr>
              <a:t>Cables. </a:t>
            </a:r>
            <a:r>
              <a:rPr sz="800" spc="-30" dirty="0">
                <a:latin typeface="Trebuchet MS"/>
                <a:cs typeface="Trebuchet MS"/>
              </a:rPr>
              <a:t>The </a:t>
            </a:r>
            <a:r>
              <a:rPr sz="800" spc="5" dirty="0">
                <a:latin typeface="Trebuchet MS"/>
                <a:cs typeface="Trebuchet MS"/>
              </a:rPr>
              <a:t>approach </a:t>
            </a:r>
            <a:r>
              <a:rPr sz="800" spc="-45" dirty="0">
                <a:latin typeface="Trebuchet MS"/>
                <a:cs typeface="Trebuchet MS"/>
              </a:rPr>
              <a:t>with </a:t>
            </a:r>
            <a:r>
              <a:rPr sz="800" spc="-35" dirty="0">
                <a:latin typeface="Trebuchet MS"/>
                <a:cs typeface="Trebuchet MS"/>
              </a:rPr>
              <a:t>Best  </a:t>
            </a:r>
            <a:r>
              <a:rPr sz="800" spc="-10" dirty="0">
                <a:latin typeface="Trebuchet MS"/>
                <a:cs typeface="Trebuchet MS"/>
              </a:rPr>
              <a:t>Quality </a:t>
            </a:r>
            <a:r>
              <a:rPr sz="800" spc="15" dirty="0">
                <a:latin typeface="Trebuchet MS"/>
                <a:cs typeface="Trebuchet MS"/>
              </a:rPr>
              <a:t>and </a:t>
            </a:r>
            <a:r>
              <a:rPr sz="800" spc="-20" dirty="0">
                <a:latin typeface="Trebuchet MS"/>
                <a:cs typeface="Trebuchet MS"/>
              </a:rPr>
              <a:t>Services </a:t>
            </a:r>
            <a:r>
              <a:rPr sz="800" spc="-45" dirty="0">
                <a:latin typeface="Trebuchet MS"/>
                <a:cs typeface="Trebuchet MS"/>
              </a:rPr>
              <a:t>to </a:t>
            </a:r>
            <a:r>
              <a:rPr sz="800" spc="-5" dirty="0">
                <a:latin typeface="Trebuchet MS"/>
                <a:cs typeface="Trebuchet MS"/>
              </a:rPr>
              <a:t>our Customers </a:t>
            </a:r>
            <a:r>
              <a:rPr sz="800" dirty="0">
                <a:latin typeface="Trebuchet MS"/>
                <a:cs typeface="Trebuchet MS"/>
              </a:rPr>
              <a:t>makes us  </a:t>
            </a:r>
            <a:r>
              <a:rPr sz="800" spc="-35" dirty="0">
                <a:latin typeface="Trebuchet MS"/>
                <a:cs typeface="Trebuchet MS"/>
              </a:rPr>
              <a:t>Different. </a:t>
            </a:r>
            <a:r>
              <a:rPr sz="800" spc="-30" dirty="0">
                <a:latin typeface="Trebuchet MS"/>
                <a:cs typeface="Trebuchet MS"/>
              </a:rPr>
              <a:t>Techno </a:t>
            </a:r>
            <a:r>
              <a:rPr sz="800" spc="-5" dirty="0">
                <a:latin typeface="Trebuchet MS"/>
                <a:cs typeface="Trebuchet MS"/>
              </a:rPr>
              <a:t>Sales Agency </a:t>
            </a:r>
            <a:r>
              <a:rPr sz="800" spc="-20" dirty="0">
                <a:latin typeface="Trebuchet MS"/>
                <a:cs typeface="Trebuchet MS"/>
              </a:rPr>
              <a:t>is </a:t>
            </a:r>
            <a:r>
              <a:rPr sz="800" spc="10" dirty="0">
                <a:latin typeface="Trebuchet MS"/>
                <a:cs typeface="Trebuchet MS"/>
              </a:rPr>
              <a:t>Channel </a:t>
            </a:r>
            <a:r>
              <a:rPr sz="800" spc="-35" dirty="0">
                <a:latin typeface="Trebuchet MS"/>
                <a:cs typeface="Trebuchet MS"/>
              </a:rPr>
              <a:t>Partner  </a:t>
            </a:r>
            <a:r>
              <a:rPr sz="800" spc="-20" dirty="0">
                <a:latin typeface="Trebuchet MS"/>
                <a:cs typeface="Trebuchet MS"/>
              </a:rPr>
              <a:t>of </a:t>
            </a:r>
            <a:r>
              <a:rPr sz="800" spc="30" dirty="0">
                <a:latin typeface="Trebuchet MS"/>
                <a:cs typeface="Trebuchet MS"/>
              </a:rPr>
              <a:t>SIEMENS </a:t>
            </a:r>
            <a:r>
              <a:rPr sz="800" spc="-20" dirty="0">
                <a:latin typeface="Trebuchet MS"/>
                <a:cs typeface="Trebuchet MS"/>
              </a:rPr>
              <a:t>Switchgear </a:t>
            </a:r>
            <a:r>
              <a:rPr sz="800" spc="15" dirty="0">
                <a:latin typeface="Trebuchet MS"/>
                <a:cs typeface="Trebuchet MS"/>
              </a:rPr>
              <a:t>and </a:t>
            </a:r>
            <a:r>
              <a:rPr sz="800" spc="-20" dirty="0">
                <a:latin typeface="Trebuchet MS"/>
                <a:cs typeface="Trebuchet MS"/>
              </a:rPr>
              <a:t>Polycab</a:t>
            </a:r>
            <a:r>
              <a:rPr sz="800" spc="-30" dirty="0">
                <a:latin typeface="Trebuchet MS"/>
                <a:cs typeface="Trebuchet MS"/>
              </a:rPr>
              <a:t> </a:t>
            </a:r>
            <a:r>
              <a:rPr sz="800" dirty="0">
                <a:latin typeface="Trebuchet MS"/>
                <a:cs typeface="Trebuchet MS"/>
              </a:rPr>
              <a:t>Cables.</a:t>
            </a:r>
            <a:endParaRPr sz="800">
              <a:latin typeface="Trebuchet MS"/>
              <a:cs typeface="Trebuchet MS"/>
            </a:endParaRPr>
          </a:p>
        </p:txBody>
      </p:sp>
      <p:sp>
        <p:nvSpPr>
          <p:cNvPr id="8" name="object 8"/>
          <p:cNvSpPr txBox="1"/>
          <p:nvPr/>
        </p:nvSpPr>
        <p:spPr>
          <a:xfrm>
            <a:off x="103306" y="3102446"/>
            <a:ext cx="806450" cy="132080"/>
          </a:xfrm>
          <a:prstGeom prst="rect">
            <a:avLst/>
          </a:prstGeom>
        </p:spPr>
        <p:txBody>
          <a:bodyPr vert="horz" wrap="square" lIns="0" tIns="12700" rIns="0" bIns="0" rtlCol="0">
            <a:spAutoFit/>
          </a:bodyPr>
          <a:lstStyle/>
          <a:p>
            <a:pPr marL="12700">
              <a:lnSpc>
                <a:spcPct val="100000"/>
              </a:lnSpc>
              <a:spcBef>
                <a:spcPts val="100"/>
              </a:spcBef>
            </a:pPr>
            <a:r>
              <a:rPr sz="700" spc="-5" dirty="0">
                <a:solidFill>
                  <a:srgbClr val="F58129"/>
                </a:solidFill>
                <a:latin typeface="Arial"/>
                <a:cs typeface="Arial"/>
                <a:hlinkClick r:id="rId7"/>
              </a:rPr>
              <a:t>www.technosales.in</a:t>
            </a:r>
            <a:endParaRPr sz="70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83428" y="1982517"/>
            <a:ext cx="2216150" cy="574040"/>
          </a:xfrm>
          <a:prstGeom prst="rect">
            <a:avLst/>
          </a:prstGeom>
        </p:spPr>
        <p:txBody>
          <a:bodyPr vert="horz" wrap="square" lIns="0" tIns="12700" rIns="0" bIns="0" rtlCol="0">
            <a:spAutoFit/>
          </a:bodyPr>
          <a:lstStyle/>
          <a:p>
            <a:pPr marL="12700" marR="5080" algn="just">
              <a:lnSpc>
                <a:spcPct val="100000"/>
              </a:lnSpc>
              <a:spcBef>
                <a:spcPts val="100"/>
              </a:spcBef>
            </a:pPr>
            <a:r>
              <a:rPr sz="900" spc="10" dirty="0">
                <a:latin typeface="Trebuchet MS"/>
                <a:cs typeface="Trebuchet MS"/>
              </a:rPr>
              <a:t>Banko </a:t>
            </a:r>
            <a:r>
              <a:rPr sz="900" spc="15" dirty="0">
                <a:latin typeface="Trebuchet MS"/>
                <a:cs typeface="Trebuchet MS"/>
              </a:rPr>
              <a:t>Design </a:t>
            </a:r>
            <a:r>
              <a:rPr sz="900" spc="-20" dirty="0">
                <a:latin typeface="Trebuchet MS"/>
                <a:cs typeface="Trebuchet MS"/>
              </a:rPr>
              <a:t>is </a:t>
            </a:r>
            <a:r>
              <a:rPr sz="900" spc="-10" dirty="0">
                <a:latin typeface="Trebuchet MS"/>
                <a:cs typeface="Trebuchet MS"/>
              </a:rPr>
              <a:t>accomplished </a:t>
            </a:r>
            <a:r>
              <a:rPr sz="900" spc="-15" dirty="0">
                <a:latin typeface="Trebuchet MS"/>
                <a:cs typeface="Trebuchet MS"/>
              </a:rPr>
              <a:t>in </a:t>
            </a:r>
            <a:r>
              <a:rPr sz="900" spc="5" dirty="0">
                <a:latin typeface="Trebuchet MS"/>
                <a:cs typeface="Trebuchet MS"/>
              </a:rPr>
              <a:t>designing  </a:t>
            </a:r>
            <a:r>
              <a:rPr sz="900" spc="-15" dirty="0">
                <a:latin typeface="Trebuchet MS"/>
                <a:cs typeface="Trebuchet MS"/>
              </a:rPr>
              <a:t>senior </a:t>
            </a:r>
            <a:r>
              <a:rPr sz="900" spc="-25" dirty="0">
                <a:latin typeface="Trebuchet MS"/>
                <a:cs typeface="Trebuchet MS"/>
              </a:rPr>
              <a:t>living, </a:t>
            </a:r>
            <a:r>
              <a:rPr sz="900" spc="-40" dirty="0">
                <a:latin typeface="Trebuchet MS"/>
                <a:cs typeface="Trebuchet MS"/>
              </a:rPr>
              <a:t>multi-family, </a:t>
            </a:r>
            <a:r>
              <a:rPr sz="900" spc="-15" dirty="0">
                <a:latin typeface="Trebuchet MS"/>
                <a:cs typeface="Trebuchet MS"/>
              </a:rPr>
              <a:t>commercial </a:t>
            </a:r>
            <a:r>
              <a:rPr sz="900" spc="20" dirty="0">
                <a:latin typeface="Trebuchet MS"/>
                <a:cs typeface="Trebuchet MS"/>
              </a:rPr>
              <a:t>and  </a:t>
            </a:r>
            <a:r>
              <a:rPr sz="900" spc="-30" dirty="0">
                <a:latin typeface="Trebuchet MS"/>
                <a:cs typeface="Trebuchet MS"/>
              </a:rPr>
              <a:t>hospitality </a:t>
            </a:r>
            <a:r>
              <a:rPr sz="900" spc="-15" dirty="0">
                <a:latin typeface="Trebuchet MS"/>
                <a:cs typeface="Trebuchet MS"/>
              </a:rPr>
              <a:t>spaces, </a:t>
            </a:r>
            <a:r>
              <a:rPr sz="900" spc="-5" dirty="0">
                <a:latin typeface="Trebuchet MS"/>
                <a:cs typeface="Trebuchet MS"/>
              </a:rPr>
              <a:t>our </a:t>
            </a:r>
            <a:r>
              <a:rPr sz="900" spc="-25" dirty="0">
                <a:latin typeface="Trebuchet MS"/>
                <a:cs typeface="Trebuchet MS"/>
              </a:rPr>
              <a:t>team </a:t>
            </a:r>
            <a:r>
              <a:rPr sz="900" spc="-15" dirty="0">
                <a:latin typeface="Trebuchet MS"/>
                <a:cs typeface="Trebuchet MS"/>
              </a:rPr>
              <a:t>collaborates </a:t>
            </a:r>
            <a:r>
              <a:rPr sz="900" spc="-50" dirty="0">
                <a:latin typeface="Trebuchet MS"/>
                <a:cs typeface="Trebuchet MS"/>
              </a:rPr>
              <a:t>to  </a:t>
            </a:r>
            <a:r>
              <a:rPr sz="900" spc="-30" dirty="0">
                <a:latin typeface="Trebuchet MS"/>
                <a:cs typeface="Trebuchet MS"/>
              </a:rPr>
              <a:t>deliver </a:t>
            </a:r>
            <a:r>
              <a:rPr sz="900" spc="-25" dirty="0">
                <a:latin typeface="Trebuchet MS"/>
                <a:cs typeface="Trebuchet MS"/>
              </a:rPr>
              <a:t>incredible </a:t>
            </a:r>
            <a:r>
              <a:rPr sz="900" spc="-30" dirty="0">
                <a:latin typeface="Trebuchet MS"/>
                <a:cs typeface="Trebuchet MS"/>
              </a:rPr>
              <a:t>interiors </a:t>
            </a:r>
            <a:r>
              <a:rPr sz="900" spc="-5" dirty="0">
                <a:latin typeface="Trebuchet MS"/>
                <a:cs typeface="Trebuchet MS"/>
              </a:rPr>
              <a:t>across </a:t>
            </a:r>
            <a:r>
              <a:rPr sz="900" spc="-20" dirty="0">
                <a:latin typeface="Trebuchet MS"/>
                <a:cs typeface="Trebuchet MS"/>
              </a:rPr>
              <a:t>all</a:t>
            </a:r>
            <a:r>
              <a:rPr sz="900" spc="40" dirty="0">
                <a:latin typeface="Trebuchet MS"/>
                <a:cs typeface="Trebuchet MS"/>
              </a:rPr>
              <a:t> </a:t>
            </a:r>
            <a:r>
              <a:rPr sz="900" spc="-35" dirty="0">
                <a:latin typeface="Trebuchet MS"/>
                <a:cs typeface="Trebuchet MS"/>
              </a:rPr>
              <a:t>sectors.</a:t>
            </a:r>
            <a:endParaRPr sz="900">
              <a:latin typeface="Trebuchet MS"/>
              <a:cs typeface="Trebuchet MS"/>
            </a:endParaRPr>
          </a:p>
        </p:txBody>
      </p:sp>
      <p:sp>
        <p:nvSpPr>
          <p:cNvPr id="4" name="object 4"/>
          <p:cNvSpPr/>
          <p:nvPr/>
        </p:nvSpPr>
        <p:spPr>
          <a:xfrm>
            <a:off x="1269494" y="2878841"/>
            <a:ext cx="326137" cy="28346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201756" y="2779307"/>
            <a:ext cx="482528" cy="482528"/>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1586496" y="2715775"/>
            <a:ext cx="609594" cy="576064"/>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800105" y="2843788"/>
            <a:ext cx="353568" cy="353567"/>
          </a:xfrm>
          <a:prstGeom prst="rect">
            <a:avLst/>
          </a:prstGeom>
          <a:blipFill>
            <a:blip r:embed="rId6" cstate="print"/>
            <a:stretch>
              <a:fillRect/>
            </a:stretch>
          </a:blipFill>
        </p:spPr>
        <p:txBody>
          <a:bodyPr wrap="square" lIns="0" tIns="0" rIns="0" bIns="0" rtlCol="0"/>
          <a:lstStyle/>
          <a:p>
            <a:endParaRPr/>
          </a:p>
        </p:txBody>
      </p:sp>
      <p:sp>
        <p:nvSpPr>
          <p:cNvPr id="8" name="object 8"/>
          <p:cNvSpPr txBox="1"/>
          <p:nvPr/>
        </p:nvSpPr>
        <p:spPr>
          <a:xfrm>
            <a:off x="4894795" y="3064762"/>
            <a:ext cx="816610" cy="147320"/>
          </a:xfrm>
          <a:prstGeom prst="rect">
            <a:avLst/>
          </a:prstGeom>
        </p:spPr>
        <p:txBody>
          <a:bodyPr vert="horz" wrap="square" lIns="0" tIns="12700" rIns="0" bIns="0" rtlCol="0">
            <a:spAutoFit/>
          </a:bodyPr>
          <a:lstStyle/>
          <a:p>
            <a:pPr marL="12700">
              <a:lnSpc>
                <a:spcPct val="100000"/>
              </a:lnSpc>
              <a:spcBef>
                <a:spcPts val="100"/>
              </a:spcBef>
            </a:pPr>
            <a:r>
              <a:rPr sz="800" dirty="0">
                <a:latin typeface="Trebuchet MS"/>
                <a:cs typeface="Trebuchet MS"/>
              </a:rPr>
              <a:t>bankodesign.com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773485" y="2665483"/>
            <a:ext cx="685792" cy="626356"/>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3880103" y="2879100"/>
            <a:ext cx="457200" cy="273794"/>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328159" y="2787401"/>
            <a:ext cx="457200" cy="457192"/>
          </a:xfrm>
          <a:prstGeom prst="rect">
            <a:avLst/>
          </a:prstGeom>
          <a:blipFill>
            <a:blip r:embed="rId5" cstate="print"/>
            <a:stretch>
              <a:fillRect/>
            </a:stretch>
          </a:blipFill>
        </p:spPr>
        <p:txBody>
          <a:bodyPr wrap="square" lIns="0" tIns="0" rIns="0" bIns="0" rtlCol="0"/>
          <a:lstStyle/>
          <a:p>
            <a:endParaRPr/>
          </a:p>
        </p:txBody>
      </p:sp>
      <p:sp>
        <p:nvSpPr>
          <p:cNvPr id="6" name="object 6"/>
          <p:cNvSpPr txBox="1"/>
          <p:nvPr/>
        </p:nvSpPr>
        <p:spPr>
          <a:xfrm>
            <a:off x="3583101" y="1955772"/>
            <a:ext cx="2185035" cy="826135"/>
          </a:xfrm>
          <a:prstGeom prst="rect">
            <a:avLst/>
          </a:prstGeom>
        </p:spPr>
        <p:txBody>
          <a:bodyPr vert="horz" wrap="square" lIns="0" tIns="23495" rIns="0" bIns="0" rtlCol="0">
            <a:spAutoFit/>
          </a:bodyPr>
          <a:lstStyle/>
          <a:p>
            <a:pPr marL="12700" marR="15240">
              <a:lnSpc>
                <a:spcPts val="890"/>
              </a:lnSpc>
              <a:spcBef>
                <a:spcPts val="185"/>
              </a:spcBef>
            </a:pPr>
            <a:r>
              <a:rPr sz="800" spc="-30" dirty="0">
                <a:latin typeface="Trebuchet MS"/>
                <a:cs typeface="Trebuchet MS"/>
              </a:rPr>
              <a:t>Prato </a:t>
            </a:r>
            <a:r>
              <a:rPr sz="800" spc="-20" dirty="0">
                <a:latin typeface="Trebuchet MS"/>
                <a:cs typeface="Trebuchet MS"/>
              </a:rPr>
              <a:t>is </a:t>
            </a:r>
            <a:r>
              <a:rPr sz="800" dirty="0">
                <a:latin typeface="Trebuchet MS"/>
                <a:cs typeface="Trebuchet MS"/>
              </a:rPr>
              <a:t>agship </a:t>
            </a:r>
            <a:r>
              <a:rPr sz="800" spc="-30" dirty="0">
                <a:latin typeface="Trebuchet MS"/>
                <a:cs typeface="Trebuchet MS"/>
              </a:rPr>
              <a:t>store </a:t>
            </a:r>
            <a:r>
              <a:rPr sz="800" spc="-20" dirty="0">
                <a:latin typeface="Trebuchet MS"/>
                <a:cs typeface="Trebuchet MS"/>
              </a:rPr>
              <a:t>of </a:t>
            </a:r>
            <a:r>
              <a:rPr sz="800" spc="5" dirty="0">
                <a:latin typeface="Trebuchet MS"/>
                <a:cs typeface="Trebuchet MS"/>
              </a:rPr>
              <a:t>GreenHouse </a:t>
            </a:r>
            <a:r>
              <a:rPr sz="800" spc="-30" dirty="0">
                <a:latin typeface="Trebuchet MS"/>
                <a:cs typeface="Trebuchet MS"/>
              </a:rPr>
              <a:t>Enterprise.  Prato </a:t>
            </a:r>
            <a:r>
              <a:rPr sz="800" spc="-20" dirty="0">
                <a:latin typeface="Trebuchet MS"/>
                <a:cs typeface="Trebuchet MS"/>
              </a:rPr>
              <a:t>is </a:t>
            </a:r>
            <a:r>
              <a:rPr sz="800" spc="-30" dirty="0">
                <a:latin typeface="Trebuchet MS"/>
                <a:cs typeface="Trebuchet MS"/>
              </a:rPr>
              <a:t>exclusive </a:t>
            </a:r>
            <a:r>
              <a:rPr sz="800" spc="5" dirty="0">
                <a:latin typeface="Trebuchet MS"/>
                <a:cs typeface="Trebuchet MS"/>
              </a:rPr>
              <a:t>range </a:t>
            </a:r>
            <a:r>
              <a:rPr sz="800" spc="-20" dirty="0">
                <a:latin typeface="Trebuchet MS"/>
                <a:cs typeface="Trebuchet MS"/>
              </a:rPr>
              <a:t>of </a:t>
            </a:r>
            <a:r>
              <a:rPr sz="800" spc="-5" dirty="0">
                <a:latin typeface="Trebuchet MS"/>
                <a:cs typeface="Trebuchet MS"/>
              </a:rPr>
              <a:t>Bespoke </a:t>
            </a:r>
            <a:r>
              <a:rPr sz="800" spc="10" dirty="0">
                <a:latin typeface="Trebuchet MS"/>
                <a:cs typeface="Trebuchet MS"/>
              </a:rPr>
              <a:t>Modular  </a:t>
            </a:r>
            <a:r>
              <a:rPr sz="800" spc="-25" dirty="0">
                <a:latin typeface="Trebuchet MS"/>
                <a:cs typeface="Trebuchet MS"/>
              </a:rPr>
              <a:t>Kitchens </a:t>
            </a:r>
            <a:r>
              <a:rPr sz="800" dirty="0">
                <a:latin typeface="Trebuchet MS"/>
                <a:cs typeface="Trebuchet MS"/>
              </a:rPr>
              <a:t>dealing </a:t>
            </a:r>
            <a:r>
              <a:rPr sz="800" spc="-45" dirty="0">
                <a:latin typeface="Trebuchet MS"/>
                <a:cs typeface="Trebuchet MS"/>
              </a:rPr>
              <a:t>with </a:t>
            </a:r>
            <a:r>
              <a:rPr sz="800" spc="5" dirty="0">
                <a:latin typeface="Trebuchet MS"/>
                <a:cs typeface="Trebuchet MS"/>
              </a:rPr>
              <a:t>high-end </a:t>
            </a:r>
            <a:r>
              <a:rPr sz="800" spc="-30" dirty="0">
                <a:latin typeface="Trebuchet MS"/>
                <a:cs typeface="Trebuchet MS"/>
              </a:rPr>
              <a:t>luxury </a:t>
            </a:r>
            <a:r>
              <a:rPr sz="800" spc="-45" dirty="0">
                <a:latin typeface="Trebuchet MS"/>
                <a:cs typeface="Trebuchet MS"/>
              </a:rPr>
              <a:t>lifestyle  </a:t>
            </a:r>
            <a:r>
              <a:rPr sz="800" spc="-30" dirty="0">
                <a:latin typeface="Trebuchet MS"/>
                <a:cs typeface="Trebuchet MS"/>
              </a:rPr>
              <a:t>kitchen </a:t>
            </a:r>
            <a:r>
              <a:rPr sz="800" spc="-15" dirty="0">
                <a:latin typeface="Trebuchet MS"/>
                <a:cs typeface="Trebuchet MS"/>
              </a:rPr>
              <a:t>makeovers. We </a:t>
            </a:r>
            <a:r>
              <a:rPr sz="800" spc="-5" dirty="0">
                <a:latin typeface="Trebuchet MS"/>
                <a:cs typeface="Trebuchet MS"/>
              </a:rPr>
              <a:t>have</a:t>
            </a:r>
            <a:r>
              <a:rPr sz="800" spc="35" dirty="0">
                <a:latin typeface="Trebuchet MS"/>
                <a:cs typeface="Trebuchet MS"/>
              </a:rPr>
              <a:t> </a:t>
            </a:r>
            <a:r>
              <a:rPr sz="800" spc="-25" dirty="0">
                <a:latin typeface="Trebuchet MS"/>
                <a:cs typeface="Trebuchet MS"/>
              </a:rPr>
              <a:t>taken</a:t>
            </a:r>
            <a:endParaRPr sz="800">
              <a:latin typeface="Trebuchet MS"/>
              <a:cs typeface="Trebuchet MS"/>
            </a:endParaRPr>
          </a:p>
          <a:p>
            <a:pPr marL="12700" marR="5080">
              <a:lnSpc>
                <a:spcPts val="890"/>
              </a:lnSpc>
              <a:spcBef>
                <a:spcPts val="5"/>
              </a:spcBef>
            </a:pPr>
            <a:r>
              <a:rPr sz="800" spc="-25" dirty="0">
                <a:latin typeface="Trebuchet MS"/>
                <a:cs typeface="Trebuchet MS"/>
              </a:rPr>
              <a:t>Prato's </a:t>
            </a:r>
            <a:r>
              <a:rPr sz="800" spc="-30" dirty="0">
                <a:latin typeface="Trebuchet MS"/>
                <a:cs typeface="Trebuchet MS"/>
              </a:rPr>
              <a:t>luxury quotient </a:t>
            </a:r>
            <a:r>
              <a:rPr sz="800" spc="5" dirty="0">
                <a:latin typeface="Trebuchet MS"/>
                <a:cs typeface="Trebuchet MS"/>
              </a:rPr>
              <a:t>up </a:t>
            </a:r>
            <a:r>
              <a:rPr sz="800" spc="30" dirty="0">
                <a:latin typeface="Trebuchet MS"/>
                <a:cs typeface="Trebuchet MS"/>
              </a:rPr>
              <a:t>a </a:t>
            </a:r>
            <a:r>
              <a:rPr sz="800" spc="-25" dirty="0">
                <a:latin typeface="Trebuchet MS"/>
                <a:cs typeface="Trebuchet MS"/>
              </a:rPr>
              <a:t>notch </a:t>
            </a:r>
            <a:r>
              <a:rPr sz="800" spc="-45" dirty="0">
                <a:latin typeface="Trebuchet MS"/>
                <a:cs typeface="Trebuchet MS"/>
              </a:rPr>
              <a:t>with </a:t>
            </a:r>
            <a:r>
              <a:rPr sz="800" spc="20" dirty="0">
                <a:latin typeface="Trebuchet MS"/>
                <a:cs typeface="Trebuchet MS"/>
              </a:rPr>
              <a:t>managing  </a:t>
            </a:r>
            <a:r>
              <a:rPr sz="800" spc="-40" dirty="0">
                <a:latin typeface="Trebuchet MS"/>
                <a:cs typeface="Trebuchet MS"/>
              </a:rPr>
              <a:t>their </a:t>
            </a:r>
            <a:r>
              <a:rPr sz="800" spc="-10" dirty="0">
                <a:latin typeface="Trebuchet MS"/>
                <a:cs typeface="Trebuchet MS"/>
              </a:rPr>
              <a:t>social </a:t>
            </a:r>
            <a:r>
              <a:rPr sz="800" dirty="0">
                <a:latin typeface="Trebuchet MS"/>
                <a:cs typeface="Trebuchet MS"/>
              </a:rPr>
              <a:t>media </a:t>
            </a:r>
            <a:r>
              <a:rPr sz="800" spc="15" dirty="0">
                <a:latin typeface="Trebuchet MS"/>
                <a:cs typeface="Trebuchet MS"/>
              </a:rPr>
              <a:t>and </a:t>
            </a:r>
            <a:r>
              <a:rPr sz="800" spc="-35" dirty="0">
                <a:latin typeface="Trebuchet MS"/>
                <a:cs typeface="Trebuchet MS"/>
              </a:rPr>
              <a:t>website </a:t>
            </a:r>
            <a:r>
              <a:rPr sz="800" spc="-20" dirty="0">
                <a:latin typeface="Trebuchet MS"/>
                <a:cs typeface="Trebuchet MS"/>
              </a:rPr>
              <a:t>development </a:t>
            </a:r>
            <a:r>
              <a:rPr sz="800" spc="-30" dirty="0">
                <a:latin typeface="Trebuchet MS"/>
                <a:cs typeface="Trebuchet MS"/>
              </a:rPr>
              <a:t>&amp;  </a:t>
            </a:r>
            <a:r>
              <a:rPr sz="800" spc="-5" dirty="0">
                <a:latin typeface="Trebuchet MS"/>
                <a:cs typeface="Trebuchet MS"/>
              </a:rPr>
              <a:t>designing.</a:t>
            </a:r>
            <a:endParaRPr sz="800">
              <a:latin typeface="Trebuchet MS"/>
              <a:cs typeface="Trebuchet MS"/>
            </a:endParaRPr>
          </a:p>
        </p:txBody>
      </p:sp>
      <p:sp>
        <p:nvSpPr>
          <p:cNvPr id="7" name="object 7"/>
          <p:cNvSpPr txBox="1"/>
          <p:nvPr/>
        </p:nvSpPr>
        <p:spPr>
          <a:xfrm>
            <a:off x="103306" y="3102446"/>
            <a:ext cx="959485" cy="132080"/>
          </a:xfrm>
          <a:prstGeom prst="rect">
            <a:avLst/>
          </a:prstGeom>
        </p:spPr>
        <p:txBody>
          <a:bodyPr vert="horz" wrap="square" lIns="0" tIns="12700" rIns="0" bIns="0" rtlCol="0">
            <a:spAutoFit/>
          </a:bodyPr>
          <a:lstStyle/>
          <a:p>
            <a:pPr marL="12700">
              <a:lnSpc>
                <a:spcPct val="100000"/>
              </a:lnSpc>
              <a:spcBef>
                <a:spcPts val="100"/>
              </a:spcBef>
            </a:pPr>
            <a:r>
              <a:rPr sz="700" spc="-5" dirty="0">
                <a:latin typeface="Arial"/>
                <a:cs typeface="Arial"/>
                <a:hlinkClick r:id="rId6"/>
              </a:rPr>
              <a:t>www.pratokitchens.com</a:t>
            </a:r>
            <a:endParaRPr sz="70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4778755" y="33528"/>
            <a:ext cx="944244" cy="147320"/>
          </a:xfrm>
          <a:prstGeom prst="rect">
            <a:avLst/>
          </a:prstGeom>
        </p:spPr>
        <p:txBody>
          <a:bodyPr vert="horz" wrap="square" lIns="0" tIns="12700" rIns="0" bIns="0" rtlCol="0">
            <a:spAutoFit/>
          </a:bodyPr>
          <a:lstStyle/>
          <a:p>
            <a:pPr marL="12700">
              <a:lnSpc>
                <a:spcPct val="100000"/>
              </a:lnSpc>
              <a:spcBef>
                <a:spcPts val="100"/>
              </a:spcBef>
            </a:pPr>
            <a:r>
              <a:rPr sz="800" spc="-45" dirty="0">
                <a:solidFill>
                  <a:srgbClr val="FFBFC8"/>
                </a:solidFill>
                <a:latin typeface="Trebuchet MS"/>
                <a:cs typeface="Trebuchet MS"/>
                <a:hlinkClick r:id="rId3"/>
              </a:rPr>
              <a:t>ww</a:t>
            </a:r>
            <a:r>
              <a:rPr sz="800" spc="-105" dirty="0">
                <a:solidFill>
                  <a:srgbClr val="FFBFC8"/>
                </a:solidFill>
                <a:latin typeface="Trebuchet MS"/>
                <a:cs typeface="Trebuchet MS"/>
                <a:hlinkClick r:id="rId3"/>
              </a:rPr>
              <a:t>w</a:t>
            </a:r>
            <a:r>
              <a:rPr sz="800" spc="-20" dirty="0">
                <a:solidFill>
                  <a:srgbClr val="FFBFC8"/>
                </a:solidFill>
                <a:latin typeface="Trebuchet MS"/>
                <a:cs typeface="Trebuchet MS"/>
                <a:hlinkClick r:id="rId3"/>
              </a:rPr>
              <a:t>.cakeolates.com</a:t>
            </a:r>
            <a:endParaRPr sz="800">
              <a:latin typeface="Trebuchet MS"/>
              <a:cs typeface="Trebuchet MS"/>
            </a:endParaRPr>
          </a:p>
        </p:txBody>
      </p:sp>
      <p:sp>
        <p:nvSpPr>
          <p:cNvPr id="4" name="object 4"/>
          <p:cNvSpPr txBox="1"/>
          <p:nvPr/>
        </p:nvSpPr>
        <p:spPr>
          <a:xfrm>
            <a:off x="147579" y="499059"/>
            <a:ext cx="2270760" cy="878205"/>
          </a:xfrm>
          <a:prstGeom prst="rect">
            <a:avLst/>
          </a:prstGeom>
        </p:spPr>
        <p:txBody>
          <a:bodyPr vert="horz" wrap="square" lIns="0" tIns="12700" rIns="0" bIns="0" rtlCol="0">
            <a:spAutoFit/>
          </a:bodyPr>
          <a:lstStyle/>
          <a:p>
            <a:pPr marL="12700">
              <a:lnSpc>
                <a:spcPts val="960"/>
              </a:lnSpc>
              <a:spcBef>
                <a:spcPts val="100"/>
              </a:spcBef>
            </a:pPr>
            <a:r>
              <a:rPr sz="800" spc="30" dirty="0">
                <a:latin typeface="Trebuchet MS"/>
                <a:cs typeface="Trebuchet MS"/>
              </a:rPr>
              <a:t>Managed </a:t>
            </a:r>
            <a:r>
              <a:rPr sz="800" spc="15" dirty="0">
                <a:latin typeface="Trebuchet MS"/>
                <a:cs typeface="Trebuchet MS"/>
              </a:rPr>
              <a:t>and </a:t>
            </a:r>
            <a:r>
              <a:rPr sz="800" spc="-25" dirty="0">
                <a:latin typeface="Trebuchet MS"/>
                <a:cs typeface="Trebuchet MS"/>
              </a:rPr>
              <a:t>iced </a:t>
            </a:r>
            <a:r>
              <a:rPr sz="800" spc="-20" dirty="0">
                <a:latin typeface="Trebuchet MS"/>
                <a:cs typeface="Trebuchet MS"/>
              </a:rPr>
              <a:t>by </a:t>
            </a:r>
            <a:r>
              <a:rPr sz="800" spc="-25" dirty="0">
                <a:latin typeface="Trebuchet MS"/>
                <a:cs typeface="Trebuchet MS"/>
              </a:rPr>
              <a:t>Shweta, </a:t>
            </a:r>
            <a:r>
              <a:rPr sz="800" spc="-40" dirty="0">
                <a:latin typeface="Trebuchet MS"/>
                <a:cs typeface="Trebuchet MS"/>
              </a:rPr>
              <a:t>at </a:t>
            </a:r>
            <a:r>
              <a:rPr sz="800" spc="-5" dirty="0">
                <a:solidFill>
                  <a:srgbClr val="FFBFC8"/>
                </a:solidFill>
                <a:latin typeface="Trebuchet MS"/>
                <a:cs typeface="Trebuchet MS"/>
              </a:rPr>
              <a:t>Cakeolates</a:t>
            </a:r>
            <a:r>
              <a:rPr sz="800" spc="40" dirty="0">
                <a:solidFill>
                  <a:srgbClr val="FFBFC8"/>
                </a:solidFill>
                <a:latin typeface="Trebuchet MS"/>
                <a:cs typeface="Trebuchet MS"/>
              </a:rPr>
              <a:t> </a:t>
            </a:r>
            <a:r>
              <a:rPr sz="800" spc="-35" dirty="0">
                <a:latin typeface="Trebuchet MS"/>
                <a:cs typeface="Trebuchet MS"/>
              </a:rPr>
              <a:t>every</a:t>
            </a:r>
            <a:endParaRPr sz="800">
              <a:latin typeface="Trebuchet MS"/>
              <a:cs typeface="Trebuchet MS"/>
            </a:endParaRPr>
          </a:p>
          <a:p>
            <a:pPr marL="12700" marR="5080" algn="just">
              <a:lnSpc>
                <a:spcPct val="100000"/>
              </a:lnSpc>
            </a:pPr>
            <a:r>
              <a:rPr sz="800" spc="-15" dirty="0">
                <a:latin typeface="Trebuchet MS"/>
                <a:cs typeface="Trebuchet MS"/>
              </a:rPr>
              <a:t>avor </a:t>
            </a:r>
            <a:r>
              <a:rPr sz="800" spc="15" dirty="0">
                <a:latin typeface="Trebuchet MS"/>
                <a:cs typeface="Trebuchet MS"/>
              </a:rPr>
              <a:t>has </a:t>
            </a:r>
            <a:r>
              <a:rPr sz="800" spc="30" dirty="0">
                <a:latin typeface="Trebuchet MS"/>
                <a:cs typeface="Trebuchet MS"/>
              </a:rPr>
              <a:t>a </a:t>
            </a:r>
            <a:r>
              <a:rPr sz="800" spc="-50" dirty="0">
                <a:latin typeface="Trebuchet MS"/>
                <a:cs typeface="Trebuchet MS"/>
              </a:rPr>
              <a:t>story. </a:t>
            </a:r>
            <a:r>
              <a:rPr sz="800" spc="20" dirty="0">
                <a:latin typeface="Trebuchet MS"/>
                <a:cs typeface="Trebuchet MS"/>
              </a:rPr>
              <a:t>Cakes </a:t>
            </a:r>
            <a:r>
              <a:rPr sz="800" spc="-10" dirty="0">
                <a:latin typeface="Trebuchet MS"/>
                <a:cs typeface="Trebuchet MS"/>
              </a:rPr>
              <a:t>are </a:t>
            </a:r>
            <a:r>
              <a:rPr sz="800" spc="20" dirty="0">
                <a:latin typeface="Trebuchet MS"/>
                <a:cs typeface="Trebuchet MS"/>
              </a:rPr>
              <a:t>an </a:t>
            </a:r>
            <a:r>
              <a:rPr sz="800" spc="-15" dirty="0">
                <a:latin typeface="Trebuchet MS"/>
                <a:cs typeface="Trebuchet MS"/>
              </a:rPr>
              <a:t>expression </a:t>
            </a:r>
            <a:r>
              <a:rPr sz="800" spc="-20" dirty="0">
                <a:latin typeface="Trebuchet MS"/>
                <a:cs typeface="Trebuchet MS"/>
              </a:rPr>
              <a:t>of  </a:t>
            </a:r>
            <a:r>
              <a:rPr sz="800" spc="-5" dirty="0">
                <a:latin typeface="Trebuchet MS"/>
                <a:cs typeface="Trebuchet MS"/>
              </a:rPr>
              <a:t>happiness, </a:t>
            </a:r>
            <a:r>
              <a:rPr sz="800" spc="-25" dirty="0">
                <a:latin typeface="Trebuchet MS"/>
                <a:cs typeface="Trebuchet MS"/>
              </a:rPr>
              <a:t>sweetness </a:t>
            </a:r>
            <a:r>
              <a:rPr sz="800" spc="15" dirty="0">
                <a:latin typeface="Trebuchet MS"/>
                <a:cs typeface="Trebuchet MS"/>
              </a:rPr>
              <a:t>and </a:t>
            </a:r>
            <a:r>
              <a:rPr sz="800" spc="-30" dirty="0">
                <a:latin typeface="Trebuchet MS"/>
                <a:cs typeface="Trebuchet MS"/>
              </a:rPr>
              <a:t>love. </a:t>
            </a:r>
            <a:r>
              <a:rPr sz="800" spc="-5" dirty="0">
                <a:latin typeface="Trebuchet MS"/>
                <a:cs typeface="Trebuchet MS"/>
              </a:rPr>
              <a:t>Cakeolates </a:t>
            </a:r>
            <a:r>
              <a:rPr sz="800" spc="-35" dirty="0">
                <a:latin typeface="Trebuchet MS"/>
                <a:cs typeface="Trebuchet MS"/>
              </a:rPr>
              <a:t>started  </a:t>
            </a:r>
            <a:r>
              <a:rPr sz="800" spc="-30" dirty="0">
                <a:latin typeface="Trebuchet MS"/>
                <a:cs typeface="Trebuchet MS"/>
              </a:rPr>
              <a:t>out </a:t>
            </a:r>
            <a:r>
              <a:rPr sz="800" spc="15" dirty="0">
                <a:latin typeface="Trebuchet MS"/>
                <a:cs typeface="Trebuchet MS"/>
              </a:rPr>
              <a:t>as </a:t>
            </a:r>
            <a:r>
              <a:rPr sz="800" spc="30" dirty="0">
                <a:latin typeface="Trebuchet MS"/>
                <a:cs typeface="Trebuchet MS"/>
              </a:rPr>
              <a:t>a </a:t>
            </a:r>
            <a:r>
              <a:rPr sz="800" spc="-20" dirty="0">
                <a:latin typeface="Trebuchet MS"/>
                <a:cs typeface="Trebuchet MS"/>
              </a:rPr>
              <a:t>hobby. </a:t>
            </a:r>
            <a:r>
              <a:rPr sz="800" spc="-5" dirty="0">
                <a:latin typeface="Trebuchet MS"/>
                <a:cs typeface="Trebuchet MS"/>
              </a:rPr>
              <a:t>Mentor </a:t>
            </a:r>
            <a:r>
              <a:rPr sz="800" spc="15" dirty="0">
                <a:latin typeface="Trebuchet MS"/>
                <a:cs typeface="Trebuchet MS"/>
              </a:rPr>
              <a:t>and </a:t>
            </a:r>
            <a:r>
              <a:rPr sz="800" spc="-35" dirty="0">
                <a:latin typeface="Trebuchet MS"/>
                <a:cs typeface="Trebuchet MS"/>
              </a:rPr>
              <a:t>student </a:t>
            </a:r>
            <a:r>
              <a:rPr sz="800" spc="105" dirty="0">
                <a:latin typeface="Trebuchet MS"/>
                <a:cs typeface="Trebuchet MS"/>
              </a:rPr>
              <a:t>– </a:t>
            </a:r>
            <a:r>
              <a:rPr sz="800" dirty="0">
                <a:latin typeface="Trebuchet MS"/>
                <a:cs typeface="Trebuchet MS"/>
              </a:rPr>
              <a:t>Mukta </a:t>
            </a:r>
            <a:r>
              <a:rPr sz="800" spc="15" dirty="0">
                <a:latin typeface="Trebuchet MS"/>
                <a:cs typeface="Trebuchet MS"/>
              </a:rPr>
              <a:t>and  </a:t>
            </a:r>
            <a:r>
              <a:rPr sz="800" spc="-20" dirty="0">
                <a:latin typeface="Trebuchet MS"/>
                <a:cs typeface="Trebuchet MS"/>
              </a:rPr>
              <a:t>Shweta explored </a:t>
            </a:r>
            <a:r>
              <a:rPr sz="800" spc="-40" dirty="0">
                <a:latin typeface="Trebuchet MS"/>
                <a:cs typeface="Trebuchet MS"/>
              </a:rPr>
              <a:t>their </a:t>
            </a:r>
            <a:r>
              <a:rPr sz="800" spc="-45" dirty="0">
                <a:latin typeface="Trebuchet MS"/>
                <a:cs typeface="Trebuchet MS"/>
              </a:rPr>
              <a:t>interest </a:t>
            </a:r>
            <a:r>
              <a:rPr sz="800" spc="-15" dirty="0">
                <a:latin typeface="Trebuchet MS"/>
                <a:cs typeface="Trebuchet MS"/>
              </a:rPr>
              <a:t>in </a:t>
            </a:r>
            <a:r>
              <a:rPr sz="800" spc="-5" dirty="0">
                <a:latin typeface="Trebuchet MS"/>
                <a:cs typeface="Trebuchet MS"/>
              </a:rPr>
              <a:t>baking. What  </a:t>
            </a:r>
            <a:r>
              <a:rPr sz="800" spc="-35" dirty="0">
                <a:latin typeface="Trebuchet MS"/>
                <a:cs typeface="Trebuchet MS"/>
              </a:rPr>
              <a:t>started </a:t>
            </a:r>
            <a:r>
              <a:rPr sz="800" spc="-30" dirty="0">
                <a:latin typeface="Trebuchet MS"/>
                <a:cs typeface="Trebuchet MS"/>
              </a:rPr>
              <a:t>out </a:t>
            </a:r>
            <a:r>
              <a:rPr sz="800" spc="15" dirty="0">
                <a:latin typeface="Trebuchet MS"/>
                <a:cs typeface="Trebuchet MS"/>
              </a:rPr>
              <a:t>as </a:t>
            </a:r>
            <a:r>
              <a:rPr sz="800" spc="30" dirty="0">
                <a:latin typeface="Trebuchet MS"/>
                <a:cs typeface="Trebuchet MS"/>
              </a:rPr>
              <a:t>a </a:t>
            </a:r>
            <a:r>
              <a:rPr sz="800" dirty="0">
                <a:latin typeface="Trebuchet MS"/>
                <a:cs typeface="Trebuchet MS"/>
              </a:rPr>
              <a:t>hobby </a:t>
            </a:r>
            <a:r>
              <a:rPr sz="800" spc="-25" dirty="0">
                <a:latin typeface="Trebuchet MS"/>
                <a:cs typeface="Trebuchet MS"/>
              </a:rPr>
              <a:t>for </a:t>
            </a:r>
            <a:r>
              <a:rPr sz="800" spc="5" dirty="0">
                <a:latin typeface="Trebuchet MS"/>
                <a:cs typeface="Trebuchet MS"/>
              </a:rPr>
              <a:t>passion </a:t>
            </a:r>
            <a:r>
              <a:rPr sz="800" spc="-20" dirty="0">
                <a:latin typeface="Trebuchet MS"/>
                <a:cs typeface="Trebuchet MS"/>
              </a:rPr>
              <a:t>is </a:t>
            </a:r>
            <a:r>
              <a:rPr sz="800" spc="-5" dirty="0">
                <a:latin typeface="Trebuchet MS"/>
                <a:cs typeface="Trebuchet MS"/>
              </a:rPr>
              <a:t>now </a:t>
            </a:r>
            <a:r>
              <a:rPr sz="800" spc="-25" dirty="0">
                <a:latin typeface="Trebuchet MS"/>
                <a:cs typeface="Trebuchet MS"/>
              </a:rPr>
              <a:t>slowly  </a:t>
            </a:r>
            <a:r>
              <a:rPr sz="800" spc="5" dirty="0">
                <a:latin typeface="Trebuchet MS"/>
                <a:cs typeface="Trebuchet MS"/>
              </a:rPr>
              <a:t>growing </a:t>
            </a:r>
            <a:r>
              <a:rPr sz="800" spc="-30" dirty="0">
                <a:latin typeface="Trebuchet MS"/>
                <a:cs typeface="Trebuchet MS"/>
              </a:rPr>
              <a:t>into </a:t>
            </a:r>
            <a:r>
              <a:rPr sz="800" spc="30" dirty="0">
                <a:latin typeface="Trebuchet MS"/>
                <a:cs typeface="Trebuchet MS"/>
              </a:rPr>
              <a:t>a </a:t>
            </a:r>
            <a:r>
              <a:rPr sz="800" spc="-25" dirty="0">
                <a:latin typeface="Trebuchet MS"/>
                <a:cs typeface="Trebuchet MS"/>
              </a:rPr>
              <a:t>sweetness</a:t>
            </a:r>
            <a:r>
              <a:rPr sz="800" spc="-35" dirty="0">
                <a:latin typeface="Trebuchet MS"/>
                <a:cs typeface="Trebuchet MS"/>
              </a:rPr>
              <a:t> </a:t>
            </a:r>
            <a:r>
              <a:rPr sz="800" spc="-15" dirty="0">
                <a:latin typeface="Trebuchet MS"/>
                <a:cs typeface="Trebuchet MS"/>
              </a:rPr>
              <a:t>tradeshop.</a:t>
            </a:r>
            <a:endParaRPr sz="800">
              <a:latin typeface="Trebuchet MS"/>
              <a:cs typeface="Trebuchet MS"/>
            </a:endParaRPr>
          </a:p>
        </p:txBody>
      </p:sp>
      <p:sp>
        <p:nvSpPr>
          <p:cNvPr id="5" name="object 5"/>
          <p:cNvSpPr/>
          <p:nvPr/>
        </p:nvSpPr>
        <p:spPr>
          <a:xfrm>
            <a:off x="1329258" y="0"/>
            <a:ext cx="685792" cy="608063"/>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35862" y="135882"/>
            <a:ext cx="457199" cy="273794"/>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883919" y="44191"/>
            <a:ext cx="457198" cy="457192"/>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3439666" y="713168"/>
            <a:ext cx="2331085" cy="710565"/>
          </a:xfrm>
          <a:prstGeom prst="rect">
            <a:avLst/>
          </a:prstGeom>
        </p:spPr>
        <p:txBody>
          <a:bodyPr vert="horz" wrap="square" lIns="0" tIns="12700" rIns="0" bIns="0" rtlCol="0">
            <a:spAutoFit/>
          </a:bodyPr>
          <a:lstStyle/>
          <a:p>
            <a:pPr marL="12700" marR="5080" algn="just">
              <a:lnSpc>
                <a:spcPct val="100000"/>
              </a:lnSpc>
              <a:spcBef>
                <a:spcPts val="100"/>
              </a:spcBef>
            </a:pPr>
            <a:r>
              <a:rPr sz="750" spc="10" dirty="0">
                <a:latin typeface="Trebuchet MS"/>
                <a:cs typeface="Trebuchet MS"/>
              </a:rPr>
              <a:t>DXBIA </a:t>
            </a:r>
            <a:r>
              <a:rPr sz="750" spc="-20" dirty="0">
                <a:latin typeface="Trebuchet MS"/>
                <a:cs typeface="Trebuchet MS"/>
              </a:rPr>
              <a:t>is </a:t>
            </a:r>
            <a:r>
              <a:rPr sz="750" spc="15" dirty="0">
                <a:latin typeface="Trebuchet MS"/>
                <a:cs typeface="Trebuchet MS"/>
              </a:rPr>
              <a:t>Dubai </a:t>
            </a:r>
            <a:r>
              <a:rPr sz="750" spc="5" dirty="0">
                <a:latin typeface="Trebuchet MS"/>
                <a:cs typeface="Trebuchet MS"/>
              </a:rPr>
              <a:t>based </a:t>
            </a:r>
            <a:r>
              <a:rPr sz="750" dirty="0">
                <a:latin typeface="Trebuchet MS"/>
                <a:cs typeface="Trebuchet MS"/>
              </a:rPr>
              <a:t>company dealing </a:t>
            </a:r>
            <a:r>
              <a:rPr sz="750" spc="-45" dirty="0">
                <a:latin typeface="Trebuchet MS"/>
                <a:cs typeface="Trebuchet MS"/>
              </a:rPr>
              <a:t>with </a:t>
            </a:r>
            <a:r>
              <a:rPr sz="750" spc="-10" dirty="0">
                <a:latin typeface="Trebuchet MS"/>
                <a:cs typeface="Trebuchet MS"/>
              </a:rPr>
              <a:t>mobile  </a:t>
            </a:r>
            <a:r>
              <a:rPr sz="750" spc="35" dirty="0">
                <a:latin typeface="Trebuchet MS"/>
                <a:cs typeface="Trebuchet MS"/>
              </a:rPr>
              <a:t>accessories </a:t>
            </a:r>
            <a:r>
              <a:rPr sz="750" spc="50" dirty="0">
                <a:latin typeface="Trebuchet MS"/>
                <a:cs typeface="Trebuchet MS"/>
              </a:rPr>
              <a:t>and </a:t>
            </a:r>
            <a:r>
              <a:rPr sz="750" spc="20" dirty="0">
                <a:latin typeface="Trebuchet MS"/>
                <a:cs typeface="Trebuchet MS"/>
              </a:rPr>
              <a:t>electronics. </a:t>
            </a:r>
            <a:r>
              <a:rPr sz="750" spc="10" dirty="0">
                <a:latin typeface="Trebuchet MS"/>
                <a:cs typeface="Trebuchet MS"/>
              </a:rPr>
              <a:t>They </a:t>
            </a:r>
            <a:r>
              <a:rPr sz="750" spc="25" dirty="0">
                <a:latin typeface="Trebuchet MS"/>
                <a:cs typeface="Trebuchet MS"/>
              </a:rPr>
              <a:t>wanted </a:t>
            </a:r>
            <a:r>
              <a:rPr sz="750" spc="45" dirty="0">
                <a:latin typeface="Trebuchet MS"/>
                <a:cs typeface="Trebuchet MS"/>
              </a:rPr>
              <a:t>an  </a:t>
            </a:r>
            <a:r>
              <a:rPr sz="750" spc="-10" dirty="0">
                <a:latin typeface="Trebuchet MS"/>
                <a:cs typeface="Trebuchet MS"/>
              </a:rPr>
              <a:t>e-commerce </a:t>
            </a:r>
            <a:r>
              <a:rPr sz="750" spc="-30" dirty="0">
                <a:latin typeface="Trebuchet MS"/>
                <a:cs typeface="Trebuchet MS"/>
              </a:rPr>
              <a:t>website </a:t>
            </a:r>
            <a:r>
              <a:rPr sz="750" spc="-20" dirty="0">
                <a:latin typeface="Trebuchet MS"/>
                <a:cs typeface="Trebuchet MS"/>
              </a:rPr>
              <a:t>which </a:t>
            </a:r>
            <a:r>
              <a:rPr sz="750" dirty="0">
                <a:latin typeface="Trebuchet MS"/>
                <a:cs typeface="Trebuchet MS"/>
              </a:rPr>
              <a:t>can </a:t>
            </a:r>
            <a:r>
              <a:rPr sz="750" spc="-20" dirty="0">
                <a:latin typeface="Trebuchet MS"/>
                <a:cs typeface="Trebuchet MS"/>
              </a:rPr>
              <a:t>compete </a:t>
            </a:r>
            <a:r>
              <a:rPr sz="750" spc="-45" dirty="0">
                <a:latin typeface="Trebuchet MS"/>
                <a:cs typeface="Trebuchet MS"/>
              </a:rPr>
              <a:t>with </a:t>
            </a:r>
            <a:r>
              <a:rPr sz="750" spc="-40" dirty="0">
                <a:latin typeface="Trebuchet MS"/>
                <a:cs typeface="Trebuchet MS"/>
              </a:rPr>
              <a:t>the</a:t>
            </a:r>
            <a:r>
              <a:rPr sz="750" spc="50" dirty="0">
                <a:latin typeface="Trebuchet MS"/>
                <a:cs typeface="Trebuchet MS"/>
              </a:rPr>
              <a:t> </a:t>
            </a:r>
            <a:r>
              <a:rPr sz="750" spc="-10" dirty="0">
                <a:latin typeface="Trebuchet MS"/>
                <a:cs typeface="Trebuchet MS"/>
              </a:rPr>
              <a:t>larger</a:t>
            </a:r>
            <a:endParaRPr sz="750">
              <a:latin typeface="Trebuchet MS"/>
              <a:cs typeface="Trebuchet MS"/>
            </a:endParaRPr>
          </a:p>
          <a:p>
            <a:pPr marL="12700" marR="5080" algn="just">
              <a:lnSpc>
                <a:spcPts val="900"/>
              </a:lnSpc>
              <a:spcBef>
                <a:spcPts val="25"/>
              </a:spcBef>
            </a:pPr>
            <a:r>
              <a:rPr sz="750" spc="-15" dirty="0">
                <a:latin typeface="Trebuchet MS"/>
                <a:cs typeface="Trebuchet MS"/>
              </a:rPr>
              <a:t>sh in </a:t>
            </a:r>
            <a:r>
              <a:rPr sz="750" spc="-25" dirty="0">
                <a:latin typeface="Trebuchet MS"/>
                <a:cs typeface="Trebuchet MS"/>
              </a:rPr>
              <a:t>market. </a:t>
            </a:r>
            <a:r>
              <a:rPr sz="750" spc="-30" dirty="0">
                <a:latin typeface="Trebuchet MS"/>
                <a:cs typeface="Trebuchet MS"/>
              </a:rPr>
              <a:t>KickStart </a:t>
            </a:r>
            <a:r>
              <a:rPr sz="750" spc="-15" dirty="0">
                <a:latin typeface="Trebuchet MS"/>
                <a:cs typeface="Trebuchet MS"/>
              </a:rPr>
              <a:t>Solutions </a:t>
            </a:r>
            <a:r>
              <a:rPr sz="750" spc="10" dirty="0">
                <a:latin typeface="Trebuchet MS"/>
                <a:cs typeface="Trebuchet MS"/>
              </a:rPr>
              <a:t>has </a:t>
            </a:r>
            <a:r>
              <a:rPr sz="750" dirty="0">
                <a:latin typeface="Trebuchet MS"/>
                <a:cs typeface="Trebuchet MS"/>
              </a:rPr>
              <a:t>designed </a:t>
            </a:r>
            <a:r>
              <a:rPr sz="750" spc="-35" dirty="0">
                <a:latin typeface="Trebuchet MS"/>
                <a:cs typeface="Trebuchet MS"/>
              </a:rPr>
              <a:t>this  </a:t>
            </a:r>
            <a:r>
              <a:rPr sz="750" spc="-30" dirty="0">
                <a:latin typeface="Trebuchet MS"/>
                <a:cs typeface="Trebuchet MS"/>
              </a:rPr>
              <a:t>website </a:t>
            </a:r>
            <a:r>
              <a:rPr sz="750" spc="-40" dirty="0">
                <a:latin typeface="Trebuchet MS"/>
                <a:cs typeface="Trebuchet MS"/>
              </a:rPr>
              <a:t>to </a:t>
            </a:r>
            <a:r>
              <a:rPr sz="750" spc="-45" dirty="0">
                <a:latin typeface="Trebuchet MS"/>
                <a:cs typeface="Trebuchet MS"/>
              </a:rPr>
              <a:t>reect </a:t>
            </a:r>
            <a:r>
              <a:rPr sz="750" spc="-40" dirty="0">
                <a:latin typeface="Trebuchet MS"/>
                <a:cs typeface="Trebuchet MS"/>
              </a:rPr>
              <a:t>the </a:t>
            </a:r>
            <a:r>
              <a:rPr sz="750" spc="15" dirty="0">
                <a:latin typeface="Trebuchet MS"/>
                <a:cs typeface="Trebuchet MS"/>
              </a:rPr>
              <a:t>DXBIA </a:t>
            </a:r>
            <a:r>
              <a:rPr sz="750" dirty="0">
                <a:latin typeface="Trebuchet MS"/>
                <a:cs typeface="Trebuchet MS"/>
              </a:rPr>
              <a:t>philosophy </a:t>
            </a:r>
            <a:r>
              <a:rPr sz="750" spc="-5" dirty="0">
                <a:latin typeface="Trebuchet MS"/>
                <a:cs typeface="Trebuchet MS"/>
              </a:rPr>
              <a:t>- </a:t>
            </a:r>
            <a:r>
              <a:rPr sz="750" spc="20" dirty="0">
                <a:latin typeface="Trebuchet MS"/>
                <a:cs typeface="Trebuchet MS"/>
              </a:rPr>
              <a:t>High  </a:t>
            </a:r>
            <a:r>
              <a:rPr sz="750" spc="-10" dirty="0">
                <a:latin typeface="Trebuchet MS"/>
                <a:cs typeface="Trebuchet MS"/>
              </a:rPr>
              <a:t>Quality </a:t>
            </a:r>
            <a:r>
              <a:rPr sz="750" spc="15" dirty="0">
                <a:latin typeface="Trebuchet MS"/>
                <a:cs typeface="Trebuchet MS"/>
              </a:rPr>
              <a:t>and </a:t>
            </a:r>
            <a:r>
              <a:rPr sz="750" spc="-5" dirty="0">
                <a:latin typeface="Trebuchet MS"/>
                <a:cs typeface="Trebuchet MS"/>
              </a:rPr>
              <a:t>Elegance </a:t>
            </a:r>
            <a:r>
              <a:rPr sz="750" spc="-15" dirty="0">
                <a:latin typeface="Trebuchet MS"/>
                <a:cs typeface="Trebuchet MS"/>
              </a:rPr>
              <a:t>in</a:t>
            </a:r>
            <a:r>
              <a:rPr sz="750" spc="-25" dirty="0">
                <a:latin typeface="Trebuchet MS"/>
                <a:cs typeface="Trebuchet MS"/>
              </a:rPr>
              <a:t> work.</a:t>
            </a:r>
            <a:endParaRPr sz="750">
              <a:latin typeface="Trebuchet MS"/>
              <a:cs typeface="Trebuchet MS"/>
            </a:endParaRPr>
          </a:p>
        </p:txBody>
      </p:sp>
      <p:sp>
        <p:nvSpPr>
          <p:cNvPr id="4" name="object 4"/>
          <p:cNvSpPr txBox="1">
            <a:spLocks noGrp="1"/>
          </p:cNvSpPr>
          <p:nvPr>
            <p:ph type="title"/>
          </p:nvPr>
        </p:nvSpPr>
        <p:spPr>
          <a:xfrm>
            <a:off x="109217" y="65341"/>
            <a:ext cx="808355" cy="162560"/>
          </a:xfrm>
          <a:prstGeom prst="rect">
            <a:avLst/>
          </a:prstGeom>
        </p:spPr>
        <p:txBody>
          <a:bodyPr vert="horz" wrap="square" lIns="0" tIns="12700" rIns="0" bIns="0" rtlCol="0">
            <a:spAutoFit/>
          </a:bodyPr>
          <a:lstStyle/>
          <a:p>
            <a:pPr marL="12700">
              <a:lnSpc>
                <a:spcPct val="100000"/>
              </a:lnSpc>
              <a:spcBef>
                <a:spcPts val="100"/>
              </a:spcBef>
            </a:pPr>
            <a:r>
              <a:rPr spc="-50" dirty="0">
                <a:hlinkClick r:id="rId3"/>
              </a:rPr>
              <a:t>ww</a:t>
            </a:r>
            <a:r>
              <a:rPr spc="-120" dirty="0">
                <a:hlinkClick r:id="rId3"/>
              </a:rPr>
              <a:t>w</a:t>
            </a:r>
            <a:r>
              <a:rPr spc="-20" dirty="0">
                <a:hlinkClick r:id="rId3"/>
              </a:rPr>
              <a:t>.dxbia.com</a:t>
            </a:r>
          </a:p>
        </p:txBody>
      </p:sp>
      <p:sp>
        <p:nvSpPr>
          <p:cNvPr id="5" name="object 5"/>
          <p:cNvSpPr/>
          <p:nvPr/>
        </p:nvSpPr>
        <p:spPr>
          <a:xfrm>
            <a:off x="4743018" y="0"/>
            <a:ext cx="685792" cy="669035"/>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3849623" y="196867"/>
            <a:ext cx="457200" cy="273794"/>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4297679" y="105163"/>
            <a:ext cx="457200" cy="457192"/>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 y="9"/>
            <a:ext cx="5852147" cy="3291827"/>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4579963" y="2881886"/>
            <a:ext cx="326137" cy="28346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3512223" y="2782353"/>
            <a:ext cx="482530" cy="482528"/>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896967" y="2718821"/>
            <a:ext cx="609594" cy="573018"/>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110583" y="2846833"/>
            <a:ext cx="353557" cy="353568"/>
          </a:xfrm>
          <a:prstGeom prst="rect">
            <a:avLst/>
          </a:prstGeom>
          <a:blipFill>
            <a:blip r:embed="rId6" cstate="print"/>
            <a:stretch>
              <a:fillRect/>
            </a:stretch>
          </a:blipFill>
        </p:spPr>
        <p:txBody>
          <a:bodyPr wrap="square" lIns="0" tIns="0" rIns="0" bIns="0" rtlCol="0"/>
          <a:lstStyle/>
          <a:p>
            <a:endParaRPr/>
          </a:p>
        </p:txBody>
      </p:sp>
      <p:sp>
        <p:nvSpPr>
          <p:cNvPr id="7" name="object 7"/>
          <p:cNvSpPr txBox="1"/>
          <p:nvPr/>
        </p:nvSpPr>
        <p:spPr>
          <a:xfrm>
            <a:off x="3491124" y="1955389"/>
            <a:ext cx="2284095" cy="713105"/>
          </a:xfrm>
          <a:prstGeom prst="rect">
            <a:avLst/>
          </a:prstGeom>
        </p:spPr>
        <p:txBody>
          <a:bodyPr vert="horz" wrap="square" lIns="0" tIns="23495" rIns="0" bIns="0" rtlCol="0">
            <a:spAutoFit/>
          </a:bodyPr>
          <a:lstStyle/>
          <a:p>
            <a:pPr marL="12700" marR="5080">
              <a:lnSpc>
                <a:spcPts val="890"/>
              </a:lnSpc>
              <a:spcBef>
                <a:spcPts val="185"/>
              </a:spcBef>
            </a:pPr>
            <a:r>
              <a:rPr sz="800" spc="10" dirty="0">
                <a:solidFill>
                  <a:srgbClr val="FF0C1B"/>
                </a:solidFill>
                <a:latin typeface="Trebuchet MS"/>
                <a:cs typeface="Trebuchet MS"/>
              </a:rPr>
              <a:t>Crude </a:t>
            </a:r>
            <a:r>
              <a:rPr sz="800" spc="-15" dirty="0">
                <a:latin typeface="Trebuchet MS"/>
                <a:cs typeface="Trebuchet MS"/>
              </a:rPr>
              <a:t>support </a:t>
            </a:r>
            <a:r>
              <a:rPr sz="800" spc="-25" dirty="0">
                <a:latin typeface="Trebuchet MS"/>
                <a:cs typeface="Trebuchet MS"/>
              </a:rPr>
              <a:t>services </a:t>
            </a:r>
            <a:r>
              <a:rPr sz="800" spc="105" dirty="0">
                <a:latin typeface="Trebuchet MS"/>
                <a:cs typeface="Trebuchet MS"/>
              </a:rPr>
              <a:t>– </a:t>
            </a:r>
            <a:r>
              <a:rPr sz="800" spc="45" dirty="0">
                <a:latin typeface="Trebuchet MS"/>
                <a:cs typeface="Trebuchet MS"/>
              </a:rPr>
              <a:t>One </a:t>
            </a:r>
            <a:r>
              <a:rPr sz="800" spc="-20" dirty="0">
                <a:latin typeface="Trebuchet MS"/>
                <a:cs typeface="Trebuchet MS"/>
              </a:rPr>
              <a:t>of </a:t>
            </a:r>
            <a:r>
              <a:rPr sz="800" spc="-45" dirty="0">
                <a:latin typeface="Trebuchet MS"/>
                <a:cs typeface="Trebuchet MS"/>
              </a:rPr>
              <a:t>the </a:t>
            </a:r>
            <a:r>
              <a:rPr sz="800" spc="-25" dirty="0">
                <a:latin typeface="Trebuchet MS"/>
                <a:cs typeface="Trebuchet MS"/>
              </a:rPr>
              <a:t>reputed  </a:t>
            </a:r>
            <a:r>
              <a:rPr sz="800" spc="10" dirty="0">
                <a:latin typeface="Trebuchet MS"/>
                <a:cs typeface="Trebuchet MS"/>
              </a:rPr>
              <a:t>Crude </a:t>
            </a:r>
            <a:r>
              <a:rPr sz="800" spc="25" dirty="0">
                <a:latin typeface="Trebuchet MS"/>
                <a:cs typeface="Trebuchet MS"/>
              </a:rPr>
              <a:t>Oil </a:t>
            </a:r>
            <a:r>
              <a:rPr sz="800" spc="-20" dirty="0">
                <a:latin typeface="Trebuchet MS"/>
                <a:cs typeface="Trebuchet MS"/>
              </a:rPr>
              <a:t>Tips </a:t>
            </a:r>
            <a:r>
              <a:rPr sz="800" spc="-15" dirty="0">
                <a:latin typeface="Trebuchet MS"/>
                <a:cs typeface="Trebuchet MS"/>
              </a:rPr>
              <a:t>provider </a:t>
            </a:r>
            <a:r>
              <a:rPr sz="800" spc="-5" dirty="0">
                <a:latin typeface="Trebuchet MS"/>
                <a:cs typeface="Trebuchet MS"/>
              </a:rPr>
              <a:t>updating </a:t>
            </a:r>
            <a:r>
              <a:rPr sz="800" spc="-45" dirty="0">
                <a:latin typeface="Trebuchet MS"/>
                <a:cs typeface="Trebuchet MS"/>
              </a:rPr>
              <a:t>the </a:t>
            </a:r>
            <a:r>
              <a:rPr sz="800" spc="-15" dirty="0">
                <a:latin typeface="Trebuchet MS"/>
                <a:cs typeface="Trebuchet MS"/>
              </a:rPr>
              <a:t>information  in </a:t>
            </a:r>
            <a:r>
              <a:rPr sz="800" dirty="0">
                <a:latin typeface="Trebuchet MS"/>
                <a:cs typeface="Trebuchet MS"/>
              </a:rPr>
              <a:t>Commodity </a:t>
            </a:r>
            <a:r>
              <a:rPr sz="800" spc="-25" dirty="0">
                <a:latin typeface="Trebuchet MS"/>
                <a:cs typeface="Trebuchet MS"/>
              </a:rPr>
              <a:t>markets. </a:t>
            </a:r>
            <a:r>
              <a:rPr sz="800" spc="-30" dirty="0">
                <a:latin typeface="Trebuchet MS"/>
                <a:cs typeface="Trebuchet MS"/>
              </a:rPr>
              <a:t>They </a:t>
            </a:r>
            <a:r>
              <a:rPr sz="800" spc="-10" dirty="0">
                <a:latin typeface="Trebuchet MS"/>
                <a:cs typeface="Trebuchet MS"/>
              </a:rPr>
              <a:t>are </a:t>
            </a:r>
            <a:r>
              <a:rPr sz="800" spc="-45" dirty="0">
                <a:latin typeface="Trebuchet MS"/>
                <a:cs typeface="Trebuchet MS"/>
              </a:rPr>
              <a:t>the </a:t>
            </a:r>
            <a:r>
              <a:rPr sz="800" spc="30" dirty="0">
                <a:latin typeface="Trebuchet MS"/>
                <a:cs typeface="Trebuchet MS"/>
              </a:rPr>
              <a:t>No.1 </a:t>
            </a:r>
            <a:r>
              <a:rPr sz="800" spc="15" dirty="0">
                <a:latin typeface="Trebuchet MS"/>
                <a:cs typeface="Trebuchet MS"/>
              </a:rPr>
              <a:t>and  </a:t>
            </a:r>
            <a:r>
              <a:rPr sz="800" spc="-40" dirty="0">
                <a:latin typeface="Trebuchet MS"/>
                <a:cs typeface="Trebuchet MS"/>
              </a:rPr>
              <a:t>fastest </a:t>
            </a:r>
            <a:r>
              <a:rPr sz="800" spc="-5" dirty="0">
                <a:latin typeface="Trebuchet MS"/>
                <a:cs typeface="Trebuchet MS"/>
              </a:rPr>
              <a:t>developing </a:t>
            </a:r>
            <a:r>
              <a:rPr sz="800" spc="10" dirty="0">
                <a:latin typeface="Trebuchet MS"/>
                <a:cs typeface="Trebuchet MS"/>
              </a:rPr>
              <a:t>Crude </a:t>
            </a:r>
            <a:r>
              <a:rPr sz="800" spc="-15" dirty="0">
                <a:latin typeface="Trebuchet MS"/>
                <a:cs typeface="Trebuchet MS"/>
              </a:rPr>
              <a:t>support </a:t>
            </a:r>
            <a:r>
              <a:rPr sz="800" spc="-25" dirty="0">
                <a:latin typeface="Trebuchet MS"/>
                <a:cs typeface="Trebuchet MS"/>
              </a:rPr>
              <a:t>services  </a:t>
            </a:r>
            <a:r>
              <a:rPr sz="800" spc="-5" dirty="0">
                <a:latin typeface="Trebuchet MS"/>
                <a:cs typeface="Trebuchet MS"/>
              </a:rPr>
              <a:t>organization </a:t>
            </a:r>
            <a:r>
              <a:rPr sz="800" spc="-15" dirty="0">
                <a:latin typeface="Trebuchet MS"/>
                <a:cs typeface="Trebuchet MS"/>
              </a:rPr>
              <a:t>in </a:t>
            </a:r>
            <a:r>
              <a:rPr sz="800" dirty="0">
                <a:latin typeface="Trebuchet MS"/>
                <a:cs typeface="Trebuchet MS"/>
              </a:rPr>
              <a:t>India </a:t>
            </a:r>
            <a:r>
              <a:rPr sz="800" spc="-30" dirty="0">
                <a:latin typeface="Trebuchet MS"/>
                <a:cs typeface="Trebuchet MS"/>
              </a:rPr>
              <a:t>&amp; </a:t>
            </a:r>
            <a:r>
              <a:rPr sz="800" spc="-40" dirty="0">
                <a:latin typeface="Trebuchet MS"/>
                <a:cs typeface="Trebuchet MS"/>
              </a:rPr>
              <a:t>their </a:t>
            </a:r>
            <a:r>
              <a:rPr sz="800" spc="-10" dirty="0">
                <a:latin typeface="Trebuchet MS"/>
                <a:cs typeface="Trebuchet MS"/>
              </a:rPr>
              <a:t>valuable </a:t>
            </a:r>
            <a:r>
              <a:rPr sz="800" spc="-35" dirty="0">
                <a:latin typeface="Trebuchet MS"/>
                <a:cs typeface="Trebuchet MS"/>
              </a:rPr>
              <a:t>tips </a:t>
            </a:r>
            <a:r>
              <a:rPr sz="800" spc="15" dirty="0">
                <a:latin typeface="Trebuchet MS"/>
                <a:cs typeface="Trebuchet MS"/>
              </a:rPr>
              <a:t>and </a:t>
            </a:r>
            <a:r>
              <a:rPr sz="800" spc="-20" dirty="0">
                <a:latin typeface="Trebuchet MS"/>
                <a:cs typeface="Trebuchet MS"/>
              </a:rPr>
              <a:t>calls  </a:t>
            </a:r>
            <a:r>
              <a:rPr sz="800" spc="-15" dirty="0">
                <a:latin typeface="Trebuchet MS"/>
                <a:cs typeface="Trebuchet MS"/>
              </a:rPr>
              <a:t>assists </a:t>
            </a:r>
            <a:r>
              <a:rPr sz="800" spc="-45" dirty="0">
                <a:latin typeface="Trebuchet MS"/>
                <a:cs typeface="Trebuchet MS"/>
              </a:rPr>
              <a:t>the </a:t>
            </a:r>
            <a:r>
              <a:rPr sz="800" spc="-25" dirty="0">
                <a:latin typeface="Trebuchet MS"/>
                <a:cs typeface="Trebuchet MS"/>
              </a:rPr>
              <a:t>trader </a:t>
            </a:r>
            <a:r>
              <a:rPr sz="800" spc="-45" dirty="0">
                <a:latin typeface="Trebuchet MS"/>
                <a:cs typeface="Trebuchet MS"/>
              </a:rPr>
              <a:t>to </a:t>
            </a:r>
            <a:r>
              <a:rPr sz="800" spc="-5" dirty="0">
                <a:latin typeface="Trebuchet MS"/>
                <a:cs typeface="Trebuchet MS"/>
              </a:rPr>
              <a:t>earn money </a:t>
            </a:r>
            <a:r>
              <a:rPr sz="800" spc="-15" dirty="0">
                <a:latin typeface="Trebuchet MS"/>
                <a:cs typeface="Trebuchet MS"/>
              </a:rPr>
              <a:t>in </a:t>
            </a:r>
            <a:r>
              <a:rPr sz="800" spc="-45" dirty="0">
                <a:latin typeface="Trebuchet MS"/>
                <a:cs typeface="Trebuchet MS"/>
              </a:rPr>
              <a:t>the </a:t>
            </a:r>
            <a:r>
              <a:rPr sz="800" spc="-35" dirty="0">
                <a:latin typeface="Trebuchet MS"/>
                <a:cs typeface="Trebuchet MS"/>
              </a:rPr>
              <a:t>best</a:t>
            </a:r>
            <a:r>
              <a:rPr sz="800" spc="130" dirty="0">
                <a:latin typeface="Trebuchet MS"/>
                <a:cs typeface="Trebuchet MS"/>
              </a:rPr>
              <a:t> </a:t>
            </a:r>
            <a:r>
              <a:rPr sz="800" spc="-45" dirty="0">
                <a:latin typeface="Trebuchet MS"/>
                <a:cs typeface="Trebuchet MS"/>
              </a:rPr>
              <a:t>way.</a:t>
            </a:r>
            <a:endParaRPr sz="800">
              <a:latin typeface="Trebuchet MS"/>
              <a:cs typeface="Trebuchet MS"/>
            </a:endParaRPr>
          </a:p>
        </p:txBody>
      </p:sp>
      <p:sp>
        <p:nvSpPr>
          <p:cNvPr id="8" name="object 8"/>
          <p:cNvSpPr txBox="1"/>
          <p:nvPr/>
        </p:nvSpPr>
        <p:spPr>
          <a:xfrm>
            <a:off x="103306" y="3102446"/>
            <a:ext cx="895350" cy="132080"/>
          </a:xfrm>
          <a:prstGeom prst="rect">
            <a:avLst/>
          </a:prstGeom>
        </p:spPr>
        <p:txBody>
          <a:bodyPr vert="horz" wrap="square" lIns="0" tIns="12700" rIns="0" bIns="0" rtlCol="0">
            <a:spAutoFit/>
          </a:bodyPr>
          <a:lstStyle/>
          <a:p>
            <a:pPr marL="12700">
              <a:lnSpc>
                <a:spcPct val="100000"/>
              </a:lnSpc>
              <a:spcBef>
                <a:spcPts val="100"/>
              </a:spcBef>
            </a:pPr>
            <a:r>
              <a:rPr sz="700" spc="-5" dirty="0">
                <a:solidFill>
                  <a:srgbClr val="FF0E1D"/>
                </a:solidFill>
                <a:latin typeface="Arial"/>
                <a:cs typeface="Arial"/>
                <a:hlinkClick r:id="rId7"/>
              </a:rPr>
              <a:t>www.crudexperts.com</a:t>
            </a:r>
            <a:endParaRPr sz="70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0753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7686" y="3145802"/>
            <a:ext cx="4664473" cy="144824"/>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61923" y="0"/>
            <a:ext cx="3458845" cy="3291840"/>
          </a:xfrm>
          <a:custGeom>
            <a:avLst/>
            <a:gdLst/>
            <a:ahLst/>
            <a:cxnLst/>
            <a:rect l="l" t="t" r="r" b="b"/>
            <a:pathLst>
              <a:path w="3458845" h="3291840">
                <a:moveTo>
                  <a:pt x="2578423" y="0"/>
                </a:moveTo>
                <a:lnTo>
                  <a:pt x="1153760" y="0"/>
                </a:lnTo>
                <a:lnTo>
                  <a:pt x="0" y="2375136"/>
                </a:lnTo>
                <a:lnTo>
                  <a:pt x="1185992" y="3291840"/>
                </a:lnTo>
                <a:lnTo>
                  <a:pt x="1189141" y="3291840"/>
                </a:lnTo>
                <a:lnTo>
                  <a:pt x="413736" y="1699171"/>
                </a:lnTo>
                <a:lnTo>
                  <a:pt x="3458516" y="374904"/>
                </a:lnTo>
                <a:lnTo>
                  <a:pt x="2578423" y="0"/>
                </a:lnTo>
                <a:close/>
              </a:path>
            </a:pathLst>
          </a:custGeom>
          <a:solidFill>
            <a:srgbClr val="000000"/>
          </a:solidFill>
        </p:spPr>
        <p:txBody>
          <a:bodyPr wrap="square" lIns="0" tIns="0" rIns="0" bIns="0" rtlCol="0"/>
          <a:lstStyle/>
          <a:p>
            <a:endParaRPr/>
          </a:p>
        </p:txBody>
      </p:sp>
      <p:sp>
        <p:nvSpPr>
          <p:cNvPr id="4" name="object 4"/>
          <p:cNvSpPr/>
          <p:nvPr/>
        </p:nvSpPr>
        <p:spPr>
          <a:xfrm>
            <a:off x="4384954" y="26378"/>
            <a:ext cx="313474" cy="313474"/>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4674018" y="0"/>
            <a:ext cx="1104265" cy="330835"/>
          </a:xfrm>
          <a:prstGeom prst="rect">
            <a:avLst/>
          </a:prstGeom>
        </p:spPr>
        <p:txBody>
          <a:bodyPr vert="horz" wrap="square" lIns="0" tIns="0" rIns="0" bIns="0" rtlCol="0">
            <a:spAutoFit/>
          </a:bodyPr>
          <a:lstStyle/>
          <a:p>
            <a:pPr marL="15875">
              <a:lnSpc>
                <a:spcPts val="1925"/>
              </a:lnSpc>
            </a:pPr>
            <a:r>
              <a:rPr sz="1700" i="1" spc="-145" dirty="0">
                <a:solidFill>
                  <a:srgbClr val="57B4D5"/>
                </a:solidFill>
                <a:latin typeface="Times New Roman"/>
                <a:cs typeface="Times New Roman"/>
              </a:rPr>
              <a:t>K</a:t>
            </a:r>
            <a:r>
              <a:rPr sz="1700" b="1" i="1" spc="30" dirty="0">
                <a:solidFill>
                  <a:srgbClr val="57B4D5"/>
                </a:solidFill>
                <a:latin typeface="Arial"/>
                <a:cs typeface="Arial"/>
              </a:rPr>
              <a:t>I</a:t>
            </a:r>
            <a:r>
              <a:rPr sz="1700" i="1" dirty="0">
                <a:solidFill>
                  <a:srgbClr val="57B4D5"/>
                </a:solidFill>
                <a:latin typeface="Times New Roman"/>
                <a:cs typeface="Times New Roman"/>
              </a:rPr>
              <a:t>CKS</a:t>
            </a:r>
            <a:r>
              <a:rPr sz="1700" i="1" spc="-204" dirty="0">
                <a:solidFill>
                  <a:srgbClr val="57B4D5"/>
                </a:solidFill>
                <a:latin typeface="Times New Roman"/>
                <a:cs typeface="Times New Roman"/>
              </a:rPr>
              <a:t>T</a:t>
            </a:r>
            <a:r>
              <a:rPr sz="1700" i="1" spc="375" dirty="0">
                <a:solidFill>
                  <a:srgbClr val="57B4D5"/>
                </a:solidFill>
                <a:latin typeface="Times New Roman"/>
                <a:cs typeface="Times New Roman"/>
              </a:rPr>
              <a:t>a</a:t>
            </a:r>
            <a:r>
              <a:rPr sz="1700" i="1" spc="225" dirty="0">
                <a:solidFill>
                  <a:srgbClr val="57B4D5"/>
                </a:solidFill>
                <a:latin typeface="Times New Roman"/>
                <a:cs typeface="Times New Roman"/>
              </a:rPr>
              <a:t>r</a:t>
            </a:r>
            <a:r>
              <a:rPr sz="1700" i="1" spc="610" dirty="0">
                <a:solidFill>
                  <a:srgbClr val="57B4D5"/>
                </a:solidFill>
                <a:latin typeface="Times New Roman"/>
                <a:cs typeface="Times New Roman"/>
              </a:rPr>
              <a:t>t</a:t>
            </a:r>
            <a:endParaRPr sz="1700">
              <a:latin typeface="Times New Roman"/>
              <a:cs typeface="Times New Roman"/>
            </a:endParaRPr>
          </a:p>
          <a:p>
            <a:pPr>
              <a:lnSpc>
                <a:spcPts val="680"/>
              </a:lnSpc>
            </a:pPr>
            <a:r>
              <a:rPr sz="650" i="1" spc="25" dirty="0">
                <a:solidFill>
                  <a:srgbClr val="57B4D5"/>
                </a:solidFill>
                <a:latin typeface="Times New Roman"/>
                <a:cs typeface="Times New Roman"/>
              </a:rPr>
              <a:t>S </a:t>
            </a:r>
            <a:r>
              <a:rPr sz="650" i="1" spc="145" dirty="0">
                <a:solidFill>
                  <a:srgbClr val="57B4D5"/>
                </a:solidFill>
                <a:latin typeface="Times New Roman"/>
                <a:cs typeface="Times New Roman"/>
              </a:rPr>
              <a:t>o </a:t>
            </a:r>
            <a:r>
              <a:rPr sz="650" i="1" spc="180" dirty="0">
                <a:solidFill>
                  <a:srgbClr val="57B4D5"/>
                </a:solidFill>
                <a:latin typeface="Times New Roman"/>
                <a:cs typeface="Times New Roman"/>
              </a:rPr>
              <a:t>l </a:t>
            </a:r>
            <a:r>
              <a:rPr sz="650" i="1" spc="114" dirty="0">
                <a:solidFill>
                  <a:srgbClr val="57B4D5"/>
                </a:solidFill>
                <a:latin typeface="Times New Roman"/>
                <a:cs typeface="Times New Roman"/>
              </a:rPr>
              <a:t>u </a:t>
            </a:r>
            <a:r>
              <a:rPr sz="650" i="1" spc="225" dirty="0">
                <a:solidFill>
                  <a:srgbClr val="57B4D5"/>
                </a:solidFill>
                <a:latin typeface="Times New Roman"/>
                <a:cs typeface="Times New Roman"/>
              </a:rPr>
              <a:t>t </a:t>
            </a:r>
            <a:r>
              <a:rPr sz="650" i="1" spc="-45" dirty="0">
                <a:solidFill>
                  <a:srgbClr val="57B4D5"/>
                </a:solidFill>
                <a:latin typeface="Times New Roman"/>
                <a:cs typeface="Times New Roman"/>
              </a:rPr>
              <a:t>i </a:t>
            </a:r>
            <a:r>
              <a:rPr sz="650" i="1" spc="145" dirty="0">
                <a:solidFill>
                  <a:srgbClr val="57B4D5"/>
                </a:solidFill>
                <a:latin typeface="Times New Roman"/>
                <a:cs typeface="Times New Roman"/>
              </a:rPr>
              <a:t>o </a:t>
            </a:r>
            <a:r>
              <a:rPr sz="650" i="1" spc="85" dirty="0">
                <a:solidFill>
                  <a:srgbClr val="57B4D5"/>
                </a:solidFill>
                <a:latin typeface="Times New Roman"/>
                <a:cs typeface="Times New Roman"/>
              </a:rPr>
              <a:t>n </a:t>
            </a:r>
            <a:r>
              <a:rPr sz="650" i="1" spc="95" dirty="0">
                <a:solidFill>
                  <a:srgbClr val="57B4D5"/>
                </a:solidFill>
                <a:latin typeface="Times New Roman"/>
                <a:cs typeface="Times New Roman"/>
              </a:rPr>
              <a:t>s </a:t>
            </a:r>
            <a:r>
              <a:rPr sz="650" i="1" dirty="0">
                <a:solidFill>
                  <a:srgbClr val="57B4D5"/>
                </a:solidFill>
                <a:latin typeface="Times New Roman"/>
                <a:cs typeface="Times New Roman"/>
              </a:rPr>
              <a:t>L L</a:t>
            </a:r>
            <a:r>
              <a:rPr sz="650" i="1" spc="100" dirty="0">
                <a:solidFill>
                  <a:srgbClr val="57B4D5"/>
                </a:solidFill>
                <a:latin typeface="Times New Roman"/>
                <a:cs typeface="Times New Roman"/>
              </a:rPr>
              <a:t> </a:t>
            </a:r>
            <a:r>
              <a:rPr sz="650" i="1" dirty="0">
                <a:solidFill>
                  <a:srgbClr val="57B4D5"/>
                </a:solidFill>
                <a:latin typeface="Times New Roman"/>
                <a:cs typeface="Times New Roman"/>
              </a:rPr>
              <a:t>P</a:t>
            </a:r>
            <a:endParaRPr sz="650">
              <a:latin typeface="Times New Roman"/>
              <a:cs typeface="Times New Roman"/>
            </a:endParaRPr>
          </a:p>
        </p:txBody>
      </p:sp>
      <p:sp>
        <p:nvSpPr>
          <p:cNvPr id="6" name="object 6"/>
          <p:cNvSpPr/>
          <p:nvPr/>
        </p:nvSpPr>
        <p:spPr>
          <a:xfrm>
            <a:off x="45971" y="0"/>
            <a:ext cx="1997710" cy="3291840"/>
          </a:xfrm>
          <a:custGeom>
            <a:avLst/>
            <a:gdLst/>
            <a:ahLst/>
            <a:cxnLst/>
            <a:rect l="l" t="t" r="r" b="b"/>
            <a:pathLst>
              <a:path w="1997710" h="3291840">
                <a:moveTo>
                  <a:pt x="0" y="0"/>
                </a:moveTo>
                <a:lnTo>
                  <a:pt x="1997483" y="0"/>
                </a:lnTo>
                <a:lnTo>
                  <a:pt x="1997483" y="3291840"/>
                </a:lnTo>
                <a:lnTo>
                  <a:pt x="0" y="3291840"/>
                </a:lnTo>
                <a:lnTo>
                  <a:pt x="0" y="0"/>
                </a:lnTo>
                <a:close/>
              </a:path>
            </a:pathLst>
          </a:custGeom>
          <a:solidFill>
            <a:srgbClr val="151616">
              <a:alpha val="59199"/>
            </a:srgbClr>
          </a:solidFill>
        </p:spPr>
        <p:txBody>
          <a:bodyPr wrap="square" lIns="0" tIns="0" rIns="0" bIns="0" rtlCol="0"/>
          <a:lstStyle/>
          <a:p>
            <a:endParaRPr/>
          </a:p>
        </p:txBody>
      </p:sp>
      <p:sp>
        <p:nvSpPr>
          <p:cNvPr id="7" name="object 7"/>
          <p:cNvSpPr/>
          <p:nvPr/>
        </p:nvSpPr>
        <p:spPr>
          <a:xfrm>
            <a:off x="0" y="0"/>
            <a:ext cx="1957070" cy="3291840"/>
          </a:xfrm>
          <a:custGeom>
            <a:avLst/>
            <a:gdLst/>
            <a:ahLst/>
            <a:cxnLst/>
            <a:rect l="l" t="t" r="r" b="b"/>
            <a:pathLst>
              <a:path w="1957070" h="3291840">
                <a:moveTo>
                  <a:pt x="1458010" y="0"/>
                </a:moveTo>
                <a:lnTo>
                  <a:pt x="0" y="0"/>
                </a:lnTo>
                <a:lnTo>
                  <a:pt x="0" y="3288743"/>
                </a:lnTo>
                <a:lnTo>
                  <a:pt x="568613" y="3291840"/>
                </a:lnTo>
                <a:lnTo>
                  <a:pt x="1401520" y="3291840"/>
                </a:lnTo>
                <a:lnTo>
                  <a:pt x="99241" y="2303787"/>
                </a:lnTo>
                <a:lnTo>
                  <a:pt x="1955429" y="1536"/>
                </a:lnTo>
                <a:lnTo>
                  <a:pt x="1626527" y="1536"/>
                </a:lnTo>
                <a:lnTo>
                  <a:pt x="1458010" y="0"/>
                </a:lnTo>
                <a:close/>
              </a:path>
              <a:path w="1957070" h="3291840">
                <a:moveTo>
                  <a:pt x="1956668" y="0"/>
                </a:moveTo>
                <a:lnTo>
                  <a:pt x="1626527" y="0"/>
                </a:lnTo>
                <a:lnTo>
                  <a:pt x="1626527" y="1536"/>
                </a:lnTo>
                <a:lnTo>
                  <a:pt x="1955429" y="1536"/>
                </a:lnTo>
                <a:lnTo>
                  <a:pt x="1956668" y="0"/>
                </a:lnTo>
                <a:close/>
              </a:path>
            </a:pathLst>
          </a:custGeom>
          <a:solidFill>
            <a:srgbClr val="4D4D4D"/>
          </a:solidFill>
        </p:spPr>
        <p:txBody>
          <a:bodyPr wrap="square" lIns="0" tIns="0" rIns="0" bIns="0" rtlCol="0"/>
          <a:lstStyle/>
          <a:p>
            <a:endParaRPr/>
          </a:p>
        </p:txBody>
      </p:sp>
      <p:sp>
        <p:nvSpPr>
          <p:cNvPr id="8" name="object 8"/>
          <p:cNvSpPr/>
          <p:nvPr/>
        </p:nvSpPr>
        <p:spPr>
          <a:xfrm>
            <a:off x="2279586" y="19862"/>
            <a:ext cx="3542029" cy="1263650"/>
          </a:xfrm>
          <a:custGeom>
            <a:avLst/>
            <a:gdLst/>
            <a:ahLst/>
            <a:cxnLst/>
            <a:rect l="l" t="t" r="r" b="b"/>
            <a:pathLst>
              <a:path w="3542029" h="1263650">
                <a:moveTo>
                  <a:pt x="0" y="0"/>
                </a:moveTo>
                <a:lnTo>
                  <a:pt x="3541496" y="0"/>
                </a:lnTo>
                <a:lnTo>
                  <a:pt x="3541496" y="1263535"/>
                </a:lnTo>
                <a:lnTo>
                  <a:pt x="0" y="1263535"/>
                </a:lnTo>
                <a:lnTo>
                  <a:pt x="0" y="0"/>
                </a:lnTo>
                <a:close/>
              </a:path>
            </a:pathLst>
          </a:custGeom>
          <a:solidFill>
            <a:srgbClr val="151616">
              <a:alpha val="45098"/>
            </a:srgbClr>
          </a:solidFill>
        </p:spPr>
        <p:txBody>
          <a:bodyPr wrap="square" lIns="0" tIns="0" rIns="0" bIns="0" rtlCol="0"/>
          <a:lstStyle/>
          <a:p>
            <a:endParaRPr/>
          </a:p>
        </p:txBody>
      </p:sp>
      <p:sp>
        <p:nvSpPr>
          <p:cNvPr id="9" name="object 9"/>
          <p:cNvSpPr/>
          <p:nvPr/>
        </p:nvSpPr>
        <p:spPr>
          <a:xfrm>
            <a:off x="2341358" y="0"/>
            <a:ext cx="3510915" cy="1235710"/>
          </a:xfrm>
          <a:custGeom>
            <a:avLst/>
            <a:gdLst/>
            <a:ahLst/>
            <a:cxnLst/>
            <a:rect l="l" t="t" r="r" b="b"/>
            <a:pathLst>
              <a:path w="3510915" h="1235710">
                <a:moveTo>
                  <a:pt x="3510801" y="0"/>
                </a:moveTo>
                <a:lnTo>
                  <a:pt x="0" y="0"/>
                </a:lnTo>
                <a:lnTo>
                  <a:pt x="3510801" y="1235672"/>
                </a:lnTo>
                <a:lnTo>
                  <a:pt x="3510801" y="0"/>
                </a:lnTo>
                <a:close/>
              </a:path>
            </a:pathLst>
          </a:custGeom>
          <a:solidFill>
            <a:srgbClr val="4D4D4D"/>
          </a:solidFill>
        </p:spPr>
        <p:txBody>
          <a:bodyPr wrap="square" lIns="0" tIns="0" rIns="0" bIns="0" rtlCol="0"/>
          <a:lstStyle/>
          <a:p>
            <a:endParaRPr/>
          </a:p>
        </p:txBody>
      </p:sp>
      <p:sp>
        <p:nvSpPr>
          <p:cNvPr id="11" name="object 11"/>
          <p:cNvSpPr txBox="1"/>
          <p:nvPr/>
        </p:nvSpPr>
        <p:spPr>
          <a:xfrm>
            <a:off x="1631950" y="1189699"/>
            <a:ext cx="3301937" cy="686726"/>
          </a:xfrm>
          <a:prstGeom prst="rect">
            <a:avLst/>
          </a:prstGeom>
        </p:spPr>
        <p:txBody>
          <a:bodyPr vert="horz" wrap="square" lIns="0" tIns="17145" rIns="0" bIns="0" rtlCol="0">
            <a:spAutoFit/>
          </a:bodyPr>
          <a:lstStyle/>
          <a:p>
            <a:pPr marL="12700">
              <a:lnSpc>
                <a:spcPct val="100000"/>
              </a:lnSpc>
              <a:spcBef>
                <a:spcPts val="135"/>
              </a:spcBef>
            </a:pPr>
            <a:r>
              <a:rPr lang="en-US" sz="4350" b="1" spc="130" dirty="0" smtClean="0">
                <a:latin typeface="Georgia"/>
                <a:cs typeface="Georgia"/>
              </a:rPr>
              <a:t>Th</a:t>
            </a:r>
            <a:r>
              <a:rPr sz="4350" b="1" spc="130" dirty="0" smtClean="0">
                <a:latin typeface="Georgia"/>
                <a:cs typeface="Georgia"/>
              </a:rPr>
              <a:t>ank</a:t>
            </a:r>
            <a:r>
              <a:rPr sz="4350" b="1" spc="125" dirty="0" smtClean="0">
                <a:latin typeface="Georgia"/>
                <a:cs typeface="Georgia"/>
              </a:rPr>
              <a:t> </a:t>
            </a:r>
            <a:r>
              <a:rPr sz="4350" b="1" spc="-495" dirty="0" smtClean="0">
                <a:latin typeface="Georgia"/>
                <a:cs typeface="Georgia"/>
              </a:rPr>
              <a:t>You</a:t>
            </a:r>
            <a:r>
              <a:rPr lang="en-US" sz="4350" b="1" spc="-495" dirty="0" smtClean="0">
                <a:latin typeface="Georgia"/>
                <a:cs typeface="Georgia"/>
              </a:rPr>
              <a:t> </a:t>
            </a:r>
            <a:r>
              <a:rPr sz="4350" b="1" spc="-495" dirty="0" smtClean="0">
                <a:latin typeface="Georgia"/>
                <a:cs typeface="Georgia"/>
              </a:rPr>
              <a:t>!</a:t>
            </a:r>
            <a:endParaRPr sz="4350" dirty="0">
              <a:latin typeface="Georgia"/>
              <a:cs typeface="Georgia"/>
            </a:endParaRPr>
          </a:p>
        </p:txBody>
      </p:sp>
      <p:sp>
        <p:nvSpPr>
          <p:cNvPr id="12" name="object 12"/>
          <p:cNvSpPr txBox="1"/>
          <p:nvPr/>
        </p:nvSpPr>
        <p:spPr>
          <a:xfrm>
            <a:off x="2090485" y="2105025"/>
            <a:ext cx="5408865" cy="1204176"/>
          </a:xfrm>
          <a:prstGeom prst="rect">
            <a:avLst/>
          </a:prstGeom>
        </p:spPr>
        <p:txBody>
          <a:bodyPr vert="horz" wrap="square" lIns="0" tIns="24130" rIns="0" bIns="0" rtlCol="0">
            <a:spAutoFit/>
          </a:bodyPr>
          <a:lstStyle/>
          <a:p>
            <a:pPr marL="234315" marR="5080" indent="-222250">
              <a:lnSpc>
                <a:spcPts val="1010"/>
              </a:lnSpc>
              <a:spcBef>
                <a:spcPts val="190"/>
              </a:spcBef>
            </a:pPr>
            <a:r>
              <a:rPr sz="900" b="1" spc="-5" dirty="0">
                <a:solidFill>
                  <a:srgbClr val="1A293E"/>
                </a:solidFill>
                <a:latin typeface="Arial"/>
                <a:cs typeface="Arial"/>
              </a:rPr>
              <a:t>Bhargav </a:t>
            </a:r>
            <a:r>
              <a:rPr sz="900" b="1" dirty="0" err="1">
                <a:solidFill>
                  <a:srgbClr val="1A293E"/>
                </a:solidFill>
                <a:latin typeface="Arial"/>
                <a:cs typeface="Arial"/>
              </a:rPr>
              <a:t>Shastri</a:t>
            </a:r>
            <a:r>
              <a:rPr sz="900" b="1" dirty="0">
                <a:solidFill>
                  <a:srgbClr val="1A293E"/>
                </a:solidFill>
                <a:latin typeface="Arial"/>
                <a:cs typeface="Arial"/>
              </a:rPr>
              <a:t> </a:t>
            </a:r>
            <a:r>
              <a:rPr sz="900" b="1" dirty="0" smtClean="0">
                <a:solidFill>
                  <a:srgbClr val="1A293E"/>
                </a:solidFill>
                <a:latin typeface="Arial"/>
                <a:cs typeface="Arial"/>
              </a:rPr>
              <a:t>(</a:t>
            </a:r>
            <a:r>
              <a:rPr sz="900" b="1" spc="-5" dirty="0" smtClean="0">
                <a:solidFill>
                  <a:srgbClr val="1A293E"/>
                </a:solidFill>
                <a:latin typeface="Arial"/>
                <a:cs typeface="Arial"/>
              </a:rPr>
              <a:t>Founder</a:t>
            </a:r>
            <a:r>
              <a:rPr lang="en-US" sz="900" b="1" spc="-5" dirty="0" smtClean="0">
                <a:solidFill>
                  <a:srgbClr val="1A293E"/>
                </a:solidFill>
                <a:latin typeface="Arial"/>
                <a:cs typeface="Arial"/>
              </a:rPr>
              <a:t> &amp; Director</a:t>
            </a:r>
            <a:r>
              <a:rPr sz="900" b="1" spc="-5" dirty="0" smtClean="0">
                <a:solidFill>
                  <a:srgbClr val="1A293E"/>
                </a:solidFill>
                <a:latin typeface="Arial"/>
                <a:cs typeface="Arial"/>
              </a:rPr>
              <a:t>)  </a:t>
            </a:r>
            <a:endParaRPr lang="en-US" sz="900" b="1" spc="-5" dirty="0">
              <a:solidFill>
                <a:srgbClr val="1A293E"/>
              </a:solidFill>
              <a:latin typeface="Arial"/>
              <a:cs typeface="Arial"/>
            </a:endParaRPr>
          </a:p>
          <a:p>
            <a:pPr marL="234315" marR="5080" indent="-222250">
              <a:lnSpc>
                <a:spcPts val="1010"/>
              </a:lnSpc>
              <a:spcBef>
                <a:spcPts val="190"/>
              </a:spcBef>
            </a:pPr>
            <a:r>
              <a:rPr sz="900" b="1" spc="-5" dirty="0" err="1" smtClean="0">
                <a:solidFill>
                  <a:srgbClr val="1A293E"/>
                </a:solidFill>
                <a:latin typeface="Arial"/>
                <a:cs typeface="Arial"/>
              </a:rPr>
              <a:t>D</a:t>
            </a:r>
            <a:r>
              <a:rPr lang="en-US" sz="900" b="1" spc="-5" dirty="0" err="1" smtClean="0">
                <a:solidFill>
                  <a:srgbClr val="1A293E"/>
                </a:solidFill>
                <a:latin typeface="Arial"/>
                <a:cs typeface="Arial"/>
              </a:rPr>
              <a:t>warkesh</a:t>
            </a:r>
            <a:r>
              <a:rPr sz="900" b="1" spc="-5" dirty="0" smtClean="0">
                <a:solidFill>
                  <a:srgbClr val="1A293E"/>
                </a:solidFill>
                <a:latin typeface="Arial"/>
                <a:cs typeface="Arial"/>
              </a:rPr>
              <a:t> </a:t>
            </a:r>
            <a:r>
              <a:rPr sz="900" b="1" spc="-5" dirty="0">
                <a:solidFill>
                  <a:srgbClr val="1A293E"/>
                </a:solidFill>
                <a:latin typeface="Arial"/>
                <a:cs typeface="Arial"/>
              </a:rPr>
              <a:t>Business</a:t>
            </a:r>
            <a:r>
              <a:rPr sz="900" b="1" spc="10" dirty="0">
                <a:solidFill>
                  <a:srgbClr val="1A293E"/>
                </a:solidFill>
                <a:latin typeface="Arial"/>
                <a:cs typeface="Arial"/>
              </a:rPr>
              <a:t> </a:t>
            </a:r>
            <a:r>
              <a:rPr sz="900" b="1" spc="-5" dirty="0" smtClean="0">
                <a:solidFill>
                  <a:srgbClr val="1A293E"/>
                </a:solidFill>
                <a:latin typeface="Arial"/>
                <a:cs typeface="Arial"/>
              </a:rPr>
              <a:t>Solution</a:t>
            </a:r>
            <a:endParaRPr lang="en-US" sz="900" b="1" spc="-5" dirty="0" smtClean="0">
              <a:solidFill>
                <a:srgbClr val="1A293E"/>
              </a:solidFill>
              <a:latin typeface="Arial"/>
              <a:cs typeface="Arial"/>
            </a:endParaRPr>
          </a:p>
          <a:p>
            <a:pPr marL="234315" marR="5080" indent="-222250">
              <a:lnSpc>
                <a:spcPts val="1010"/>
              </a:lnSpc>
              <a:spcBef>
                <a:spcPts val="190"/>
              </a:spcBef>
            </a:pPr>
            <a:r>
              <a:rPr lang="en-US" sz="900" b="1" spc="-5" dirty="0" smtClean="0">
                <a:solidFill>
                  <a:srgbClr val="1A293E"/>
                </a:solidFill>
                <a:latin typeface="Arial"/>
                <a:cs typeface="Arial"/>
              </a:rPr>
              <a:t>Mo:</a:t>
            </a:r>
            <a:r>
              <a:rPr lang="en-US" sz="900" spc="-5" dirty="0" smtClean="0">
                <a:solidFill>
                  <a:srgbClr val="1A293E"/>
                </a:solidFill>
                <a:latin typeface="Arial"/>
                <a:cs typeface="Arial"/>
              </a:rPr>
              <a:t> +91 96622 22272 | </a:t>
            </a:r>
            <a:r>
              <a:rPr lang="en-US" sz="900" b="1" spc="-5" dirty="0" smtClean="0">
                <a:solidFill>
                  <a:srgbClr val="1A293E"/>
                </a:solidFill>
                <a:latin typeface="Arial"/>
                <a:cs typeface="Arial"/>
              </a:rPr>
              <a:t>Skype:</a:t>
            </a:r>
            <a:r>
              <a:rPr lang="en-US" sz="900" spc="-5" dirty="0" smtClean="0">
                <a:solidFill>
                  <a:srgbClr val="1A293E"/>
                </a:solidFill>
                <a:latin typeface="Arial"/>
                <a:cs typeface="Arial"/>
              </a:rPr>
              <a:t> </a:t>
            </a:r>
            <a:r>
              <a:rPr lang="en-US" sz="900" spc="-5" dirty="0" err="1" smtClean="0">
                <a:solidFill>
                  <a:srgbClr val="1A293E"/>
                </a:solidFill>
                <a:latin typeface="Arial"/>
                <a:cs typeface="Arial"/>
              </a:rPr>
              <a:t>bhargavshastri</a:t>
            </a:r>
            <a:r>
              <a:rPr lang="en-US" sz="900" spc="-5" dirty="0" smtClean="0">
                <a:solidFill>
                  <a:srgbClr val="1A293E"/>
                </a:solidFill>
                <a:latin typeface="Arial"/>
                <a:cs typeface="Arial"/>
              </a:rPr>
              <a:t> | </a:t>
            </a:r>
          </a:p>
          <a:p>
            <a:pPr marL="234315" marR="5080" indent="-222250">
              <a:lnSpc>
                <a:spcPts val="1010"/>
              </a:lnSpc>
              <a:spcBef>
                <a:spcPts val="190"/>
              </a:spcBef>
            </a:pPr>
            <a:r>
              <a:rPr lang="en-US" sz="900" b="1" spc="-5" dirty="0" smtClean="0">
                <a:solidFill>
                  <a:srgbClr val="1A293E"/>
                </a:solidFill>
                <a:latin typeface="Arial"/>
                <a:cs typeface="Arial"/>
              </a:rPr>
              <a:t>LinkedIn: </a:t>
            </a:r>
            <a:r>
              <a:rPr lang="en-IN" sz="900" dirty="0" smtClean="0">
                <a:solidFill>
                  <a:srgbClr val="1A293E"/>
                </a:solidFill>
                <a:hlinkClick r:id="rId4"/>
              </a:rPr>
              <a:t>https://www.linkedin.com/in/bhargavshastri/</a:t>
            </a:r>
            <a:endParaRPr lang="en-IN" sz="900" dirty="0">
              <a:solidFill>
                <a:srgbClr val="1A293E"/>
              </a:solidFill>
            </a:endParaRPr>
          </a:p>
          <a:p>
            <a:pPr marL="234315" marR="5080" indent="-222250">
              <a:lnSpc>
                <a:spcPts val="1010"/>
              </a:lnSpc>
              <a:spcBef>
                <a:spcPts val="190"/>
              </a:spcBef>
            </a:pPr>
            <a:r>
              <a:rPr lang="en-IN" sz="900" b="1" spc="-5" dirty="0" smtClean="0">
                <a:solidFill>
                  <a:srgbClr val="1A293E"/>
                </a:solidFill>
                <a:latin typeface="Arial"/>
                <a:cs typeface="Arial"/>
              </a:rPr>
              <a:t>Email: </a:t>
            </a:r>
            <a:r>
              <a:rPr lang="en-IN" sz="900" b="1" spc="-5" dirty="0" smtClean="0">
                <a:solidFill>
                  <a:srgbClr val="1A293E"/>
                </a:solidFill>
                <a:latin typeface="Arial"/>
                <a:cs typeface="Arial"/>
                <a:hlinkClick r:id="rId5"/>
              </a:rPr>
              <a:t>info@dwarkeshit.com</a:t>
            </a:r>
            <a:r>
              <a:rPr lang="en-IN" sz="900" b="1" spc="-5" dirty="0" smtClean="0">
                <a:solidFill>
                  <a:srgbClr val="1A293E"/>
                </a:solidFill>
                <a:latin typeface="Arial"/>
                <a:cs typeface="Arial"/>
              </a:rPr>
              <a:t> | </a:t>
            </a:r>
            <a:r>
              <a:rPr lang="en-IN" sz="900" b="1" spc="-5" dirty="0" smtClean="0">
                <a:solidFill>
                  <a:srgbClr val="1A293E"/>
                </a:solidFill>
                <a:latin typeface="Arial"/>
                <a:cs typeface="Arial"/>
                <a:hlinkClick r:id="rId6"/>
              </a:rPr>
              <a:t>bhargavshastri@Hotmail.com</a:t>
            </a:r>
            <a:endParaRPr lang="en-IN" sz="900" b="1" spc="-5" dirty="0" smtClean="0">
              <a:solidFill>
                <a:srgbClr val="1A293E"/>
              </a:solidFill>
              <a:latin typeface="Arial"/>
              <a:cs typeface="Arial"/>
            </a:endParaRPr>
          </a:p>
          <a:p>
            <a:pPr marL="234315" marR="5080" indent="-222250">
              <a:lnSpc>
                <a:spcPts val="1010"/>
              </a:lnSpc>
              <a:spcBef>
                <a:spcPts val="190"/>
              </a:spcBef>
            </a:pPr>
            <a:r>
              <a:rPr lang="en-IN" sz="900" b="1" spc="-5" dirty="0" smtClean="0">
                <a:solidFill>
                  <a:srgbClr val="1A293E"/>
                </a:solidFill>
                <a:latin typeface="Arial"/>
                <a:cs typeface="Arial"/>
              </a:rPr>
              <a:t>Office: </a:t>
            </a:r>
            <a:r>
              <a:rPr lang="en-IN" sz="900" spc="-5" dirty="0" smtClean="0">
                <a:solidFill>
                  <a:srgbClr val="1A293E"/>
                </a:solidFill>
                <a:latin typeface="Arial"/>
                <a:cs typeface="Arial"/>
              </a:rPr>
              <a:t>SF 207/208, </a:t>
            </a:r>
            <a:r>
              <a:rPr lang="en-IN" sz="900" spc="-5" dirty="0" err="1" smtClean="0">
                <a:solidFill>
                  <a:srgbClr val="1A293E"/>
                </a:solidFill>
                <a:latin typeface="Arial"/>
                <a:cs typeface="Arial"/>
              </a:rPr>
              <a:t>Satva</a:t>
            </a:r>
            <a:r>
              <a:rPr lang="en-IN" sz="900" spc="-5" dirty="0" smtClean="0">
                <a:solidFill>
                  <a:srgbClr val="1A293E"/>
                </a:solidFill>
                <a:latin typeface="Arial"/>
                <a:cs typeface="Arial"/>
              </a:rPr>
              <a:t> Avenue, Opp. Axis Bank, </a:t>
            </a:r>
            <a:r>
              <a:rPr lang="en-IN" sz="900" spc="-5" dirty="0" err="1" smtClean="0">
                <a:solidFill>
                  <a:srgbClr val="1A293E"/>
                </a:solidFill>
                <a:latin typeface="Arial"/>
                <a:cs typeface="Arial"/>
              </a:rPr>
              <a:t>Sama-Savli</a:t>
            </a:r>
            <a:r>
              <a:rPr lang="en-IN" sz="900" spc="-5" dirty="0" smtClean="0">
                <a:solidFill>
                  <a:srgbClr val="1A293E"/>
                </a:solidFill>
                <a:latin typeface="Arial"/>
                <a:cs typeface="Arial"/>
              </a:rPr>
              <a:t> Rd. </a:t>
            </a:r>
          </a:p>
          <a:p>
            <a:pPr marL="234315" marR="5080" indent="-222250">
              <a:lnSpc>
                <a:spcPts val="1010"/>
              </a:lnSpc>
              <a:spcBef>
                <a:spcPts val="190"/>
              </a:spcBef>
            </a:pPr>
            <a:r>
              <a:rPr lang="en-IN" sz="900" spc="-5" dirty="0" smtClean="0">
                <a:solidFill>
                  <a:srgbClr val="1A293E"/>
                </a:solidFill>
                <a:latin typeface="Arial"/>
                <a:cs typeface="Arial"/>
              </a:rPr>
              <a:t>Vadodara 390005</a:t>
            </a:r>
            <a:r>
              <a:rPr lang="en-US" sz="900" spc="-5" dirty="0" smtClean="0">
                <a:solidFill>
                  <a:srgbClr val="1A293E"/>
                </a:solidFill>
                <a:latin typeface="Arial"/>
                <a:cs typeface="Arial"/>
              </a:rPr>
              <a:t/>
            </a:r>
            <a:br>
              <a:rPr lang="en-US" sz="900" spc="-5" dirty="0" smtClean="0">
                <a:solidFill>
                  <a:srgbClr val="1A293E"/>
                </a:solidFill>
                <a:latin typeface="Arial"/>
                <a:cs typeface="Arial"/>
              </a:rPr>
            </a:br>
            <a:endParaRPr sz="900" dirty="0">
              <a:solidFill>
                <a:srgbClr val="1A293E"/>
              </a:solidFill>
              <a:latin typeface="Arial"/>
              <a:cs typeface="Arial"/>
            </a:endParaRPr>
          </a:p>
        </p:txBody>
      </p:sp>
      <p:grpSp>
        <p:nvGrpSpPr>
          <p:cNvPr id="19" name="Group 18"/>
          <p:cNvGrpSpPr/>
          <p:nvPr/>
        </p:nvGrpSpPr>
        <p:grpSpPr>
          <a:xfrm>
            <a:off x="3209902" y="-1058418"/>
            <a:ext cx="1851047" cy="162560"/>
            <a:chOff x="2752703" y="2399665"/>
            <a:chExt cx="1851047" cy="162560"/>
          </a:xfrm>
        </p:grpSpPr>
        <p:sp>
          <p:nvSpPr>
            <p:cNvPr id="13" name="object 13"/>
            <p:cNvSpPr txBox="1"/>
            <p:nvPr/>
          </p:nvSpPr>
          <p:spPr>
            <a:xfrm>
              <a:off x="2752703" y="2399665"/>
              <a:ext cx="152400"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Arial"/>
                  <a:cs typeface="Arial"/>
                </a:rPr>
                <a:t>M:</a:t>
              </a:r>
            </a:p>
          </p:txBody>
        </p:sp>
        <p:sp>
          <p:nvSpPr>
            <p:cNvPr id="14" name="object 14"/>
            <p:cNvSpPr/>
            <p:nvPr/>
          </p:nvSpPr>
          <p:spPr>
            <a:xfrm>
              <a:off x="2927350" y="2444830"/>
              <a:ext cx="831545" cy="81838"/>
            </a:xfrm>
            <a:prstGeom prst="rect">
              <a:avLst/>
            </a:prstGeom>
            <a:blipFill>
              <a:blip r:embed="rId7" cstate="print"/>
              <a:stretch>
                <a:fillRect/>
              </a:stretch>
            </a:blipFill>
          </p:spPr>
          <p:txBody>
            <a:bodyPr wrap="square" lIns="0" tIns="0" rIns="0" bIns="0" rtlCol="0"/>
            <a:lstStyle/>
            <a:p>
              <a:endParaRPr dirty="0"/>
            </a:p>
          </p:txBody>
        </p:sp>
        <p:sp>
          <p:nvSpPr>
            <p:cNvPr id="16" name="object 16"/>
            <p:cNvSpPr txBox="1"/>
            <p:nvPr/>
          </p:nvSpPr>
          <p:spPr>
            <a:xfrm>
              <a:off x="3716020" y="2409825"/>
              <a:ext cx="887730" cy="135935"/>
            </a:xfrm>
            <a:prstGeom prst="rect">
              <a:avLst/>
            </a:prstGeom>
          </p:spPr>
          <p:txBody>
            <a:bodyPr vert="horz" wrap="square" lIns="0" tIns="12700" rIns="0" bIns="0" rtlCol="0">
              <a:spAutoFit/>
            </a:bodyPr>
            <a:lstStyle/>
            <a:p>
              <a:pPr marL="12700">
                <a:lnSpc>
                  <a:spcPct val="100000"/>
                </a:lnSpc>
                <a:spcBef>
                  <a:spcPts val="100"/>
                </a:spcBef>
              </a:pPr>
              <a:r>
                <a:rPr sz="800" spc="5" dirty="0">
                  <a:latin typeface="Noto Sans"/>
                  <a:cs typeface="Noto Sans"/>
                </a:rPr>
                <a:t>|</a:t>
              </a:r>
              <a:r>
                <a:rPr sz="800" spc="-75" dirty="0">
                  <a:latin typeface="Noto Sans"/>
                  <a:cs typeface="Noto Sans"/>
                </a:rPr>
                <a:t> </a:t>
              </a:r>
              <a:r>
                <a:rPr sz="800" spc="15" dirty="0">
                  <a:latin typeface="Noto Sans"/>
                  <a:cs typeface="Noto Sans"/>
                </a:rPr>
                <a:t>+91</a:t>
              </a:r>
              <a:r>
                <a:rPr sz="800" spc="-105" dirty="0">
                  <a:latin typeface="Noto Sans"/>
                  <a:cs typeface="Noto Sans"/>
                </a:rPr>
                <a:t> </a:t>
              </a:r>
              <a:r>
                <a:rPr lang="en-IN" sz="800" spc="15" dirty="0" smtClean="0">
                  <a:latin typeface="Noto Sans"/>
                  <a:cs typeface="Noto Sans"/>
                </a:rPr>
                <a:t>95862 40012</a:t>
              </a:r>
              <a:endParaRPr sz="800" dirty="0">
                <a:latin typeface="Noto Sans"/>
                <a:cs typeface="Noto Sans"/>
              </a:endParaRPr>
            </a:p>
          </p:txBody>
        </p:sp>
      </p:grpSp>
      <p:pic>
        <p:nvPicPr>
          <p:cNvPr id="18" name="Picture 1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633" y="47625"/>
            <a:ext cx="1179650" cy="28321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TotalTime>
  <Words>1377</Words>
  <Application>Microsoft Office PowerPoint</Application>
  <PresentationFormat>Custom</PresentationFormat>
  <Paragraphs>90</Paragraphs>
  <Slides>30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DejaVu Serif</vt:lpstr>
      <vt:lpstr>Georgia</vt:lpstr>
      <vt:lpstr>Noto Sans</vt:lpstr>
      <vt:lpstr>Times New Roman</vt:lpstr>
      <vt:lpstr>Trebuchet MS</vt:lpstr>
      <vt:lpstr>Verdana</vt:lpstr>
      <vt:lpstr>Office Theme</vt:lpstr>
      <vt:lpstr>PowerPoint Presentation</vt:lpstr>
      <vt:lpstr>About Us</vt:lpstr>
      <vt:lpstr>PowerPoint Presentation</vt:lpstr>
      <vt:lpstr>PowerPoint Presentation</vt:lpstr>
      <vt:lpstr>PowerPoint Presentation</vt:lpstr>
      <vt:lpstr>PowerPoint Presentation</vt:lpstr>
      <vt:lpstr>PowerPoint Presentation</vt:lpstr>
      <vt:lpstr>Services</vt:lpstr>
      <vt:lpstr>Services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 GOD WE TRUST exists for Christians  like you—we want our voice to be heard,  declaring that following God and Biblical  principles should be the main priority for  our nation!</vt:lpstr>
      <vt:lpstr>PowerPoint Presentation</vt:lpstr>
      <vt:lpstr>www.samarenterprises.co.in</vt:lpstr>
      <vt:lpstr>www.apidel.in</vt:lpstr>
      <vt:lpstr>PowerPoint Presentation</vt:lpstr>
      <vt:lpstr>PowerPoint Presentation</vt:lpstr>
      <vt:lpstr>PowerPoint Presentation</vt:lpstr>
      <vt:lpstr>PowerPoint Presentation</vt:lpstr>
      <vt:lpstr>www.dxbia.com</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Portfolio.cdr</dc:title>
  <dc:creator>Hemangi</dc:creator>
  <cp:lastModifiedBy>MSI</cp:lastModifiedBy>
  <cp:revision>13</cp:revision>
  <dcterms:created xsi:type="dcterms:W3CDTF">2019-06-21T05:35:52Z</dcterms:created>
  <dcterms:modified xsi:type="dcterms:W3CDTF">2019-06-21T07:45:32Z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2018-07-11T00:00:00Z</vt:filetime>
  </property>
  <property fmtid="{D5CDD505-2E9C-101B-9397-08002B2CF9AE}" pid="3" name="Creator">
    <vt:lpwstr>Sejda 3.2.71 (www.sejda.org)</vt:lpwstr>
  </property>
  <property fmtid="{D5CDD505-2E9C-101B-9397-08002B2CF9AE}" pid="4" name="LastSaved">
    <vt:filetime>2019-06-21T00:00:00Z</vt:filetime>
  </property>
</Properties>
</file>