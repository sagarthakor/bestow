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635A86-6B41-4104-8AF0-3EECD4EE764C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52E85D-47D4-4E30-8E72-30DA97F2C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948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4E5E4-BF2A-67E6-D807-0CC7B7B7E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B3110F-CAF4-6BAB-2D59-8415FCD695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C55BE-275C-7EF9-3D0C-3C19F65C3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D2B01-DA23-4D8E-8580-55FE640CC32F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34AE8-F1B7-FEDD-FF3A-21ACDEA83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30514-2B96-907E-895E-E73E5D133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5EAEE-C98A-4276-B80F-1341B3D15CC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E630816-8EDE-64F9-DA4E-0EC8AE600AC8}"/>
              </a:ext>
            </a:extLst>
          </p:cNvPr>
          <p:cNvSpPr/>
          <p:nvPr userDrawn="1"/>
        </p:nvSpPr>
        <p:spPr>
          <a:xfrm>
            <a:off x="3881336" y="1478604"/>
            <a:ext cx="4805464" cy="1147864"/>
          </a:xfrm>
          <a:prstGeom prst="roundRect">
            <a:avLst/>
          </a:prstGeom>
          <a:solidFill>
            <a:schemeClr val="bg1">
              <a:lumMod val="85000"/>
              <a:alpha val="0"/>
            </a:schemeClr>
          </a:solidFill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aseline="0" dirty="0">
                <a:solidFill>
                  <a:schemeClr val="tx1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Vivek Kapadia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AF7DA0-327A-585C-AAFF-7BF0CC5B316C}"/>
              </a:ext>
            </a:extLst>
          </p:cNvPr>
          <p:cNvSpPr txBox="1"/>
          <p:nvPr userDrawn="1"/>
        </p:nvSpPr>
        <p:spPr>
          <a:xfrm>
            <a:off x="5637178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FBD0AD-4A70-33CC-ADC0-275FCD6A3BE2}"/>
              </a:ext>
            </a:extLst>
          </p:cNvPr>
          <p:cNvSpPr txBox="1"/>
          <p:nvPr userDrawn="1"/>
        </p:nvSpPr>
        <p:spPr>
          <a:xfrm>
            <a:off x="7937770" y="3556319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711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B4F67-77A4-E7B8-D5CA-95B6733A8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A5797-F368-5412-09BD-1667532DA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B7D87-14FB-EDDF-4409-504CEA714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D2B01-DA23-4D8E-8580-55FE640CC32F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00E39-7FD1-75B0-7A30-3EDF9490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5482D-D1D9-4011-952E-759038216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5EAEE-C98A-4276-B80F-1341B3D15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369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DA676-4274-1124-CAEE-CD75F9285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11544-C569-9009-E9F5-D42993860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F89C0-B3ED-D173-801E-90EC40E00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D2B01-DA23-4D8E-8580-55FE640CC32F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3902B-CC32-AC3E-9560-F7A99D327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CF89A-314D-61BE-2EAB-53726CBC4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5EAEE-C98A-4276-B80F-1341B3D15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68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3F31F-CCB2-0C7E-0950-AC7C55530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244EE-8345-EC17-C01C-BF8D4B5905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4DEC4A-4C30-E7C4-038E-25A26E5CE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D17579-A4AA-CD1F-E5C4-118B109AE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D2B01-DA23-4D8E-8580-55FE640CC32F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AEC072-CAAF-C8E1-43CF-6557E067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C6F8A-BD51-C967-DD4D-46FA48718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5EAEE-C98A-4276-B80F-1341B3D15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B5D2D-4EDB-12FD-6995-D2D810169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A3A80-4AA2-6C26-A767-8ED589840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9F93EF-243A-D786-22F2-CC2330F07B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5844B-06E3-F7D3-5D1A-90180218B5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CD2A03-A9EF-ECC2-8A72-572457F825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A05D9E-E655-1572-B6A9-15A2579DF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D2B01-DA23-4D8E-8580-55FE640CC32F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685ED0-9A12-648F-E812-14FBC451E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4F43CC-369F-6DCB-6653-705B1ADC2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5EAEE-C98A-4276-B80F-1341B3D15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222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5969A-E6EB-3EC2-673D-E3EA45C0B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CBDAD3-4E01-BDEA-9080-F2307FD14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D2B01-DA23-4D8E-8580-55FE640CC32F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55DD79-61BA-F425-AC98-4452FDABC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2257E9-61E8-1617-DC2F-6EF29F9CC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5EAEE-C98A-4276-B80F-1341B3D15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67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BBAC59-5034-4F55-4729-F7280230D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D2B01-DA23-4D8E-8580-55FE640CC32F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F5D3AA-CDCC-4D59-0EE8-5034587BB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54579-05B8-D858-4186-BF532AC6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5EAEE-C98A-4276-B80F-1341B3D15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394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428E1-E5B7-9F82-CD33-0FE8409A2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6063D-BC65-D99C-6F63-5701B599B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1ACEA4-31AE-3F5D-E744-39319D61C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E67C2-8E8A-910B-EF01-2AC49224E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D2B01-DA23-4D8E-8580-55FE640CC32F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891C7-946F-3A44-0B0D-8791F946E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8275FC-0B9C-4105-D767-F3F3C26DA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5EAEE-C98A-4276-B80F-1341B3D15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92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F9FA1-75FF-ACD5-3321-926F0F294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832FCD-2B49-3EEF-7332-358C236B34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C5E9A3-34DE-3F4C-E294-D79D0A9236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1A2D3D-DF36-9F76-C45C-22AE6075E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D2B01-DA23-4D8E-8580-55FE640CC32F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A9CD6-AF44-8EE7-1EDD-43242F94F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BDA4F-A728-F778-F180-FEB3C906E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5EAEE-C98A-4276-B80F-1341B3D15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87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C8E54-96BE-60FA-AE69-097EEBA17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DFA9A1-B3DD-3DF1-5159-8543D13A8E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0732B-773F-3D7B-2B75-2C43F9AD5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D2B01-DA23-4D8E-8580-55FE640CC32F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36581-0142-C617-83B3-F05ECF1DE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B86F0-C3A6-6091-CA9D-C8FE2E966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5EAEE-C98A-4276-B80F-1341B3D15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433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68CF23-80EF-1BD2-0A7A-5DDDC11CF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7F89D-717C-C292-96BD-BCF262BF7D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83013-65E6-DD2C-3342-CCA936FD7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D2B01-DA23-4D8E-8580-55FE640CC32F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BCADB-DE23-A9DA-1CDD-6F75CA325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52E32-F738-04D1-902A-7225F1393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5EAEE-C98A-4276-B80F-1341B3D15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080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DC9D31-1FA2-E312-C87C-7A8707180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42E31-E6AB-55B5-70EA-B4A6DFFAF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EF532-4948-453D-611A-2746CC66C1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3D2B01-DA23-4D8E-8580-55FE640CC32F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12DDF-9F75-D8BD-DF7A-6F65414DC8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794BE-2AFF-DF14-049D-8DD96D62D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5EAEE-C98A-4276-B80F-1341B3D15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315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9BF19-87E1-3354-FA2E-64E279F8AB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330C31-1AD4-1ED0-1A18-CFC0F95498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486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Sagar Thakor</dc:creator>
  <cp:lastModifiedBy>Sagar Thakor</cp:lastModifiedBy>
  <cp:revision>1</cp:revision>
  <dcterms:created xsi:type="dcterms:W3CDTF">2022-11-27T14:04:02Z</dcterms:created>
  <dcterms:modified xsi:type="dcterms:W3CDTF">2022-11-27T14:04:02Z</dcterms:modified>
</cp:coreProperties>
</file>